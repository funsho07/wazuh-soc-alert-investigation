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1" r:id="rId2"/>
    <p:sldId id="282" r:id="rId3"/>
    <p:sldId id="283" r:id="rId4"/>
    <p:sldId id="284" r:id="rId5"/>
    <p:sldId id="285" r:id="rId6"/>
    <p:sldId id="286" r:id="rId7"/>
    <p:sldId id="287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75A51C-4729-46AF-9E3E-B040AA1143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CCEDECA-69B9-435A-8309-C0AB777BE82F}">
      <dgm:prSet/>
      <dgm:spPr/>
      <dgm:t>
        <a:bodyPr/>
        <a:lstStyle/>
        <a:p>
          <a:r>
            <a:rPr lang="en-US" b="1"/>
            <a:t>1.  Create a new user account</a:t>
          </a:r>
          <a:br>
            <a:rPr lang="en-US" b="1"/>
          </a:br>
          <a:r>
            <a:rPr lang="en-US"/>
            <a:t>sudo useradd -m capstone_project &amp;&amp; sudo passwd -d capstone_project</a:t>
          </a:r>
        </a:p>
      </dgm:t>
    </dgm:pt>
    <dgm:pt modelId="{2A6CAED5-1FE4-4AEF-B8DF-A13AB5C8A156}" type="parTrans" cxnId="{0E76F56E-0AD2-4943-9C8D-813A5E2DDE94}">
      <dgm:prSet/>
      <dgm:spPr/>
      <dgm:t>
        <a:bodyPr/>
        <a:lstStyle/>
        <a:p>
          <a:endParaRPr lang="en-US"/>
        </a:p>
      </dgm:t>
    </dgm:pt>
    <dgm:pt modelId="{C5422CB3-8451-463D-8709-DD10C2C09887}" type="sibTrans" cxnId="{0E76F56E-0AD2-4943-9C8D-813A5E2DDE94}">
      <dgm:prSet phldrT="1" phldr="0"/>
      <dgm:spPr/>
      <dgm:t>
        <a:bodyPr/>
        <a:lstStyle/>
        <a:p>
          <a:endParaRPr lang="en-US"/>
        </a:p>
      </dgm:t>
    </dgm:pt>
    <dgm:pt modelId="{AEDB034D-2EDF-4EEE-B26E-4CCBEA4F6F4A}">
      <dgm:prSet/>
      <dgm:spPr/>
      <dgm:t>
        <a:bodyPr/>
        <a:lstStyle/>
        <a:p>
          <a:r>
            <a:rPr lang="en-US" b="1"/>
            <a:t>2.  Execute a privileged command</a:t>
          </a:r>
          <a:br>
            <a:rPr lang="en-US" b="1"/>
          </a:br>
          <a:r>
            <a:rPr lang="en-US"/>
            <a:t>sudo id</a:t>
          </a:r>
        </a:p>
      </dgm:t>
    </dgm:pt>
    <dgm:pt modelId="{79AEA6D8-7FB4-4BD5-A702-B04C7412C1BE}" type="parTrans" cxnId="{FF2B0C97-3825-4685-B55B-10A8F3387BEA}">
      <dgm:prSet/>
      <dgm:spPr/>
      <dgm:t>
        <a:bodyPr/>
        <a:lstStyle/>
        <a:p>
          <a:endParaRPr lang="en-US"/>
        </a:p>
      </dgm:t>
    </dgm:pt>
    <dgm:pt modelId="{06C3110A-7F5C-4F58-9130-BC8340E5507B}" type="sibTrans" cxnId="{FF2B0C97-3825-4685-B55B-10A8F3387BEA}">
      <dgm:prSet phldrT="2" phldr="0"/>
      <dgm:spPr/>
      <dgm:t>
        <a:bodyPr/>
        <a:lstStyle/>
        <a:p>
          <a:endParaRPr lang="en-US"/>
        </a:p>
      </dgm:t>
    </dgm:pt>
    <dgm:pt modelId="{AB645FA8-E423-482B-ABCC-50553A562675}">
      <dgm:prSet/>
      <dgm:spPr/>
      <dgm:t>
        <a:bodyPr/>
        <a:lstStyle/>
        <a:p>
          <a:r>
            <a:rPr lang="en-US" b="1"/>
            <a:t>3.  Modify the /etc/hosts file</a:t>
          </a:r>
          <a:br>
            <a:rPr lang="en-US" b="1"/>
          </a:br>
          <a:r>
            <a:rPr lang="en-US"/>
            <a:t>sudo sh -c 'echo "# SOC-LAB" &gt;&gt; /etc/hosts'</a:t>
          </a:r>
        </a:p>
      </dgm:t>
    </dgm:pt>
    <dgm:pt modelId="{502103B9-F97D-41A7-8537-EB0970CDDE3C}" type="parTrans" cxnId="{884192D3-7CD4-441F-89F6-C4828B9F04C6}">
      <dgm:prSet/>
      <dgm:spPr/>
      <dgm:t>
        <a:bodyPr/>
        <a:lstStyle/>
        <a:p>
          <a:endParaRPr lang="en-US"/>
        </a:p>
      </dgm:t>
    </dgm:pt>
    <dgm:pt modelId="{9BD78F4E-CDBB-4FC5-BBC3-DE88841D5ACC}" type="sibTrans" cxnId="{884192D3-7CD4-441F-89F6-C4828B9F04C6}">
      <dgm:prSet phldrT="3" phldr="0"/>
      <dgm:spPr/>
      <dgm:t>
        <a:bodyPr/>
        <a:lstStyle/>
        <a:p>
          <a:endParaRPr lang="en-US"/>
        </a:p>
      </dgm:t>
    </dgm:pt>
    <dgm:pt modelId="{C6B50199-1DA5-4AA5-87C7-211674AE3648}" type="pres">
      <dgm:prSet presAssocID="{0D75A51C-4729-46AF-9E3E-B040AA1143BB}" presName="root" presStyleCnt="0">
        <dgm:presLayoutVars>
          <dgm:dir/>
          <dgm:resizeHandles val="exact"/>
        </dgm:presLayoutVars>
      </dgm:prSet>
      <dgm:spPr/>
    </dgm:pt>
    <dgm:pt modelId="{D1C6B0CE-29B6-4108-A8D0-EA8C7DE165C5}" type="pres">
      <dgm:prSet presAssocID="{5CCEDECA-69B9-435A-8309-C0AB777BE82F}" presName="compNode" presStyleCnt="0"/>
      <dgm:spPr/>
    </dgm:pt>
    <dgm:pt modelId="{394DEFD4-4020-4686-8E64-D10B9553B32F}" type="pres">
      <dgm:prSet presAssocID="{5CCEDECA-69B9-435A-8309-C0AB777BE82F}" presName="bgRect" presStyleLbl="bgShp" presStyleIdx="0" presStyleCnt="3"/>
      <dgm:spPr/>
    </dgm:pt>
    <dgm:pt modelId="{82C46163-CBE7-4B71-9730-176DF4074E52}" type="pres">
      <dgm:prSet presAssocID="{5CCEDECA-69B9-435A-8309-C0AB777BE82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0DC480E1-D82B-4CA3-BD42-D9AB5CC6FD4F}" type="pres">
      <dgm:prSet presAssocID="{5CCEDECA-69B9-435A-8309-C0AB777BE82F}" presName="spaceRect" presStyleCnt="0"/>
      <dgm:spPr/>
    </dgm:pt>
    <dgm:pt modelId="{B079767E-42E2-4195-8A54-C05020B057CE}" type="pres">
      <dgm:prSet presAssocID="{5CCEDECA-69B9-435A-8309-C0AB777BE82F}" presName="parTx" presStyleLbl="revTx" presStyleIdx="0" presStyleCnt="3">
        <dgm:presLayoutVars>
          <dgm:chMax val="0"/>
          <dgm:chPref val="0"/>
        </dgm:presLayoutVars>
      </dgm:prSet>
      <dgm:spPr/>
    </dgm:pt>
    <dgm:pt modelId="{497F0F9C-E9A0-42CC-A5A7-6A680BECF478}" type="pres">
      <dgm:prSet presAssocID="{C5422CB3-8451-463D-8709-DD10C2C09887}" presName="sibTrans" presStyleCnt="0"/>
      <dgm:spPr/>
    </dgm:pt>
    <dgm:pt modelId="{4614D9DF-59A1-4847-AA37-65D28DA748EC}" type="pres">
      <dgm:prSet presAssocID="{AEDB034D-2EDF-4EEE-B26E-4CCBEA4F6F4A}" presName="compNode" presStyleCnt="0"/>
      <dgm:spPr/>
    </dgm:pt>
    <dgm:pt modelId="{C62E4D5F-7E44-4B0A-AC90-5096BB2328F7}" type="pres">
      <dgm:prSet presAssocID="{AEDB034D-2EDF-4EEE-B26E-4CCBEA4F6F4A}" presName="bgRect" presStyleLbl="bgShp" presStyleIdx="1" presStyleCnt="3"/>
      <dgm:spPr/>
    </dgm:pt>
    <dgm:pt modelId="{C213DAE8-3BF1-41BE-800E-AC6A050349EC}" type="pres">
      <dgm:prSet presAssocID="{AEDB034D-2EDF-4EEE-B26E-4CCBEA4F6F4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E63734C-699E-469E-B5D1-5C6397EEBC37}" type="pres">
      <dgm:prSet presAssocID="{AEDB034D-2EDF-4EEE-B26E-4CCBEA4F6F4A}" presName="spaceRect" presStyleCnt="0"/>
      <dgm:spPr/>
    </dgm:pt>
    <dgm:pt modelId="{888F1F5F-584F-4B82-89C2-5511162BAF56}" type="pres">
      <dgm:prSet presAssocID="{AEDB034D-2EDF-4EEE-B26E-4CCBEA4F6F4A}" presName="parTx" presStyleLbl="revTx" presStyleIdx="1" presStyleCnt="3">
        <dgm:presLayoutVars>
          <dgm:chMax val="0"/>
          <dgm:chPref val="0"/>
        </dgm:presLayoutVars>
      </dgm:prSet>
      <dgm:spPr/>
    </dgm:pt>
    <dgm:pt modelId="{FC0A1C52-8C55-4576-9566-D5B2D5E2D539}" type="pres">
      <dgm:prSet presAssocID="{06C3110A-7F5C-4F58-9130-BC8340E5507B}" presName="sibTrans" presStyleCnt="0"/>
      <dgm:spPr/>
    </dgm:pt>
    <dgm:pt modelId="{4C9C4EDE-6256-48A2-ACBB-F7CF9B2DC6E1}" type="pres">
      <dgm:prSet presAssocID="{AB645FA8-E423-482B-ABCC-50553A562675}" presName="compNode" presStyleCnt="0"/>
      <dgm:spPr/>
    </dgm:pt>
    <dgm:pt modelId="{1B251239-80D2-4590-9D5E-105DF6C0C266}" type="pres">
      <dgm:prSet presAssocID="{AB645FA8-E423-482B-ABCC-50553A562675}" presName="bgRect" presStyleLbl="bgShp" presStyleIdx="2" presStyleCnt="3"/>
      <dgm:spPr/>
    </dgm:pt>
    <dgm:pt modelId="{B0E4B902-6ED9-49AA-B7D7-C3777D817220}" type="pres">
      <dgm:prSet presAssocID="{AB645FA8-E423-482B-ABCC-50553A56267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063C9DE6-4198-4FA2-A73E-F5935F349A6B}" type="pres">
      <dgm:prSet presAssocID="{AB645FA8-E423-482B-ABCC-50553A562675}" presName="spaceRect" presStyleCnt="0"/>
      <dgm:spPr/>
    </dgm:pt>
    <dgm:pt modelId="{BC8BEE12-FFD3-4C7D-919E-419021E96028}" type="pres">
      <dgm:prSet presAssocID="{AB645FA8-E423-482B-ABCC-50553A56267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77F00D-2847-4A9D-839A-408DD3B04EDC}" type="presOf" srcId="{AB645FA8-E423-482B-ABCC-50553A562675}" destId="{BC8BEE12-FFD3-4C7D-919E-419021E96028}" srcOrd="0" destOrd="0" presId="urn:microsoft.com/office/officeart/2018/2/layout/IconVerticalSolidList"/>
    <dgm:cxn modelId="{0E76F56E-0AD2-4943-9C8D-813A5E2DDE94}" srcId="{0D75A51C-4729-46AF-9E3E-B040AA1143BB}" destId="{5CCEDECA-69B9-435A-8309-C0AB777BE82F}" srcOrd="0" destOrd="0" parTransId="{2A6CAED5-1FE4-4AEF-B8DF-A13AB5C8A156}" sibTransId="{C5422CB3-8451-463D-8709-DD10C2C09887}"/>
    <dgm:cxn modelId="{FF2B0C97-3825-4685-B55B-10A8F3387BEA}" srcId="{0D75A51C-4729-46AF-9E3E-B040AA1143BB}" destId="{AEDB034D-2EDF-4EEE-B26E-4CCBEA4F6F4A}" srcOrd="1" destOrd="0" parTransId="{79AEA6D8-7FB4-4BD5-A702-B04C7412C1BE}" sibTransId="{06C3110A-7F5C-4F58-9130-BC8340E5507B}"/>
    <dgm:cxn modelId="{0EBB3AB1-C38F-468E-98B1-8A5C2ECB2487}" type="presOf" srcId="{5CCEDECA-69B9-435A-8309-C0AB777BE82F}" destId="{B079767E-42E2-4195-8A54-C05020B057CE}" srcOrd="0" destOrd="0" presId="urn:microsoft.com/office/officeart/2018/2/layout/IconVerticalSolidList"/>
    <dgm:cxn modelId="{884192D3-7CD4-441F-89F6-C4828B9F04C6}" srcId="{0D75A51C-4729-46AF-9E3E-B040AA1143BB}" destId="{AB645FA8-E423-482B-ABCC-50553A562675}" srcOrd="2" destOrd="0" parTransId="{502103B9-F97D-41A7-8537-EB0970CDDE3C}" sibTransId="{9BD78F4E-CDBB-4FC5-BBC3-DE88841D5ACC}"/>
    <dgm:cxn modelId="{AF7D09E4-9D77-4B24-85B0-7C2537DC69B0}" type="presOf" srcId="{0D75A51C-4729-46AF-9E3E-B040AA1143BB}" destId="{C6B50199-1DA5-4AA5-87C7-211674AE3648}" srcOrd="0" destOrd="0" presId="urn:microsoft.com/office/officeart/2018/2/layout/IconVerticalSolidList"/>
    <dgm:cxn modelId="{4F0B65F6-1851-4F93-8AB2-A797A25F7BC9}" type="presOf" srcId="{AEDB034D-2EDF-4EEE-B26E-4CCBEA4F6F4A}" destId="{888F1F5F-584F-4B82-89C2-5511162BAF56}" srcOrd="0" destOrd="0" presId="urn:microsoft.com/office/officeart/2018/2/layout/IconVerticalSolidList"/>
    <dgm:cxn modelId="{914C5F4C-E8CD-4CDE-8A57-AF57618B1B7B}" type="presParOf" srcId="{C6B50199-1DA5-4AA5-87C7-211674AE3648}" destId="{D1C6B0CE-29B6-4108-A8D0-EA8C7DE165C5}" srcOrd="0" destOrd="0" presId="urn:microsoft.com/office/officeart/2018/2/layout/IconVerticalSolidList"/>
    <dgm:cxn modelId="{340235E5-6B5B-4356-AC94-8D0C3B86ABE5}" type="presParOf" srcId="{D1C6B0CE-29B6-4108-A8D0-EA8C7DE165C5}" destId="{394DEFD4-4020-4686-8E64-D10B9553B32F}" srcOrd="0" destOrd="0" presId="urn:microsoft.com/office/officeart/2018/2/layout/IconVerticalSolidList"/>
    <dgm:cxn modelId="{F653F92D-A75A-4E4C-A798-79B897EA8954}" type="presParOf" srcId="{D1C6B0CE-29B6-4108-A8D0-EA8C7DE165C5}" destId="{82C46163-CBE7-4B71-9730-176DF4074E52}" srcOrd="1" destOrd="0" presId="urn:microsoft.com/office/officeart/2018/2/layout/IconVerticalSolidList"/>
    <dgm:cxn modelId="{7A36291A-5939-4146-B9FB-D2ED8BB67FF0}" type="presParOf" srcId="{D1C6B0CE-29B6-4108-A8D0-EA8C7DE165C5}" destId="{0DC480E1-D82B-4CA3-BD42-D9AB5CC6FD4F}" srcOrd="2" destOrd="0" presId="urn:microsoft.com/office/officeart/2018/2/layout/IconVerticalSolidList"/>
    <dgm:cxn modelId="{2014E6AC-52BC-46AC-919E-3A927751E286}" type="presParOf" srcId="{D1C6B0CE-29B6-4108-A8D0-EA8C7DE165C5}" destId="{B079767E-42E2-4195-8A54-C05020B057CE}" srcOrd="3" destOrd="0" presId="urn:microsoft.com/office/officeart/2018/2/layout/IconVerticalSolidList"/>
    <dgm:cxn modelId="{B08D7B6F-B91E-4DEE-8EC6-EBD582D8CFC9}" type="presParOf" srcId="{C6B50199-1DA5-4AA5-87C7-211674AE3648}" destId="{497F0F9C-E9A0-42CC-A5A7-6A680BECF478}" srcOrd="1" destOrd="0" presId="urn:microsoft.com/office/officeart/2018/2/layout/IconVerticalSolidList"/>
    <dgm:cxn modelId="{0C6FCC95-A639-423E-94A8-FCE2447C10DF}" type="presParOf" srcId="{C6B50199-1DA5-4AA5-87C7-211674AE3648}" destId="{4614D9DF-59A1-4847-AA37-65D28DA748EC}" srcOrd="2" destOrd="0" presId="urn:microsoft.com/office/officeart/2018/2/layout/IconVerticalSolidList"/>
    <dgm:cxn modelId="{A974C4D8-5662-4FF3-8AF5-A1C185B0D3C9}" type="presParOf" srcId="{4614D9DF-59A1-4847-AA37-65D28DA748EC}" destId="{C62E4D5F-7E44-4B0A-AC90-5096BB2328F7}" srcOrd="0" destOrd="0" presId="urn:microsoft.com/office/officeart/2018/2/layout/IconVerticalSolidList"/>
    <dgm:cxn modelId="{0EC189AA-FB2A-4E9F-8B03-45312518D1FA}" type="presParOf" srcId="{4614D9DF-59A1-4847-AA37-65D28DA748EC}" destId="{C213DAE8-3BF1-41BE-800E-AC6A050349EC}" srcOrd="1" destOrd="0" presId="urn:microsoft.com/office/officeart/2018/2/layout/IconVerticalSolidList"/>
    <dgm:cxn modelId="{81535E62-EF41-41D8-8846-DCC607E39BAC}" type="presParOf" srcId="{4614D9DF-59A1-4847-AA37-65D28DA748EC}" destId="{4E63734C-699E-469E-B5D1-5C6397EEBC37}" srcOrd="2" destOrd="0" presId="urn:microsoft.com/office/officeart/2018/2/layout/IconVerticalSolidList"/>
    <dgm:cxn modelId="{DEF50BA0-CB35-45DB-A288-9478D3421279}" type="presParOf" srcId="{4614D9DF-59A1-4847-AA37-65D28DA748EC}" destId="{888F1F5F-584F-4B82-89C2-5511162BAF56}" srcOrd="3" destOrd="0" presId="urn:microsoft.com/office/officeart/2018/2/layout/IconVerticalSolidList"/>
    <dgm:cxn modelId="{E1630774-6410-4634-BAE8-354A4CFD3431}" type="presParOf" srcId="{C6B50199-1DA5-4AA5-87C7-211674AE3648}" destId="{FC0A1C52-8C55-4576-9566-D5B2D5E2D539}" srcOrd="3" destOrd="0" presId="urn:microsoft.com/office/officeart/2018/2/layout/IconVerticalSolidList"/>
    <dgm:cxn modelId="{D5C77B40-E2F3-4615-8A5B-533167579C46}" type="presParOf" srcId="{C6B50199-1DA5-4AA5-87C7-211674AE3648}" destId="{4C9C4EDE-6256-48A2-ACBB-F7CF9B2DC6E1}" srcOrd="4" destOrd="0" presId="urn:microsoft.com/office/officeart/2018/2/layout/IconVerticalSolidList"/>
    <dgm:cxn modelId="{F4ABE4F0-A638-4A0C-991C-98F4BBF1003E}" type="presParOf" srcId="{4C9C4EDE-6256-48A2-ACBB-F7CF9B2DC6E1}" destId="{1B251239-80D2-4590-9D5E-105DF6C0C266}" srcOrd="0" destOrd="0" presId="urn:microsoft.com/office/officeart/2018/2/layout/IconVerticalSolidList"/>
    <dgm:cxn modelId="{7492D1E9-C92F-4EB5-94DD-A31B7A466766}" type="presParOf" srcId="{4C9C4EDE-6256-48A2-ACBB-F7CF9B2DC6E1}" destId="{B0E4B902-6ED9-49AA-B7D7-C3777D817220}" srcOrd="1" destOrd="0" presId="urn:microsoft.com/office/officeart/2018/2/layout/IconVerticalSolidList"/>
    <dgm:cxn modelId="{85FCF565-D6C1-4B22-A74C-04D0AECE2017}" type="presParOf" srcId="{4C9C4EDE-6256-48A2-ACBB-F7CF9B2DC6E1}" destId="{063C9DE6-4198-4FA2-A73E-F5935F349A6B}" srcOrd="2" destOrd="0" presId="urn:microsoft.com/office/officeart/2018/2/layout/IconVerticalSolidList"/>
    <dgm:cxn modelId="{0B0A6F93-9D0B-4F87-B89B-C18BBBFF2378}" type="presParOf" srcId="{4C9C4EDE-6256-48A2-ACBB-F7CF9B2DC6E1}" destId="{BC8BEE12-FFD3-4C7D-919E-419021E960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AD9F8F-41C9-4837-9D3E-4BA76BACBA8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277E705-BE79-463B-82ED-EF0D137CBB59}">
      <dgm:prSet/>
      <dgm:spPr/>
      <dgm:t>
        <a:bodyPr/>
        <a:lstStyle/>
        <a:p>
          <a:r>
            <a:rPr lang="en-US" b="1" dirty="0"/>
            <a:t>Activity</a:t>
          </a:r>
          <a:r>
            <a:rPr lang="en-US" b="0" dirty="0"/>
            <a:t>:   </a:t>
          </a:r>
          <a:r>
            <a:rPr lang="en-US" b="0" dirty="0" err="1"/>
            <a:t>sudo</a:t>
          </a:r>
          <a:r>
            <a:rPr lang="en-US" b="0" dirty="0"/>
            <a:t> </a:t>
          </a:r>
          <a:r>
            <a:rPr lang="en-US" b="0" dirty="0" err="1"/>
            <a:t>useradd</a:t>
          </a:r>
          <a:r>
            <a:rPr lang="en-US" b="0" dirty="0"/>
            <a:t> -m </a:t>
          </a:r>
          <a:r>
            <a:rPr lang="en-US" b="0" dirty="0" err="1"/>
            <a:t>capstone_project</a:t>
          </a:r>
          <a:r>
            <a:rPr lang="en-US" b="0" dirty="0"/>
            <a:t> &amp;&amp; </a:t>
          </a:r>
          <a:r>
            <a:rPr lang="en-US" b="0" dirty="0" err="1"/>
            <a:t>sudo</a:t>
          </a:r>
          <a:r>
            <a:rPr lang="en-US" b="0" dirty="0"/>
            <a:t> passwd -d </a:t>
          </a:r>
          <a:r>
            <a:rPr lang="en-US" b="0" dirty="0" err="1"/>
            <a:t>capstone_project</a:t>
          </a:r>
          <a:endParaRPr lang="en-US" dirty="0"/>
        </a:p>
      </dgm:t>
    </dgm:pt>
    <dgm:pt modelId="{842DAF77-B9CB-48E5-8D21-3E7AC9DE05C6}" type="parTrans" cxnId="{C94557E3-BD09-43BF-BD24-63C4E7983E66}">
      <dgm:prSet/>
      <dgm:spPr/>
      <dgm:t>
        <a:bodyPr/>
        <a:lstStyle/>
        <a:p>
          <a:endParaRPr lang="en-US"/>
        </a:p>
      </dgm:t>
    </dgm:pt>
    <dgm:pt modelId="{57F7487C-C15A-4CCE-B6D0-63A8575BE8CE}" type="sibTrans" cxnId="{C94557E3-BD09-43BF-BD24-63C4E7983E66}">
      <dgm:prSet/>
      <dgm:spPr/>
      <dgm:t>
        <a:bodyPr/>
        <a:lstStyle/>
        <a:p>
          <a:endParaRPr lang="en-US"/>
        </a:p>
      </dgm:t>
    </dgm:pt>
    <dgm:pt modelId="{742F812E-A936-4262-9D0C-365DBDE6A2FA}" type="pres">
      <dgm:prSet presAssocID="{35AD9F8F-41C9-4837-9D3E-4BA76BACBA8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9479BF-FFBA-49EF-982C-350B1800A874}" type="pres">
      <dgm:prSet presAssocID="{5277E705-BE79-463B-82ED-EF0D137CBB59}" presName="hierRoot1" presStyleCnt="0"/>
      <dgm:spPr/>
    </dgm:pt>
    <dgm:pt modelId="{4CAF0741-6BEA-44A1-A4CA-4A393B1BE29A}" type="pres">
      <dgm:prSet presAssocID="{5277E705-BE79-463B-82ED-EF0D137CBB59}" presName="composite" presStyleCnt="0"/>
      <dgm:spPr/>
    </dgm:pt>
    <dgm:pt modelId="{B6180FBE-35FF-4187-AA44-6F5EE5A561E5}" type="pres">
      <dgm:prSet presAssocID="{5277E705-BE79-463B-82ED-EF0D137CBB59}" presName="background" presStyleLbl="node0" presStyleIdx="0" presStyleCnt="1"/>
      <dgm:spPr/>
    </dgm:pt>
    <dgm:pt modelId="{48D9CF2A-8E13-444C-A76A-B29698D06871}" type="pres">
      <dgm:prSet presAssocID="{5277E705-BE79-463B-82ED-EF0D137CBB59}" presName="text" presStyleLbl="fgAcc0" presStyleIdx="0" presStyleCnt="1">
        <dgm:presLayoutVars>
          <dgm:chPref val="3"/>
        </dgm:presLayoutVars>
      </dgm:prSet>
      <dgm:spPr/>
    </dgm:pt>
    <dgm:pt modelId="{A98E528E-519C-4992-A500-77EA9F8CF656}" type="pres">
      <dgm:prSet presAssocID="{5277E705-BE79-463B-82ED-EF0D137CBB59}" presName="hierChild2" presStyleCnt="0"/>
      <dgm:spPr/>
    </dgm:pt>
  </dgm:ptLst>
  <dgm:cxnLst>
    <dgm:cxn modelId="{EDB75129-6322-44C1-B37F-E9674FF01C3E}" type="presOf" srcId="{5277E705-BE79-463B-82ED-EF0D137CBB59}" destId="{48D9CF2A-8E13-444C-A76A-B29698D06871}" srcOrd="0" destOrd="0" presId="urn:microsoft.com/office/officeart/2005/8/layout/hierarchy1"/>
    <dgm:cxn modelId="{BC496A47-0B91-403F-8F67-3617FDF5B1A6}" type="presOf" srcId="{35AD9F8F-41C9-4837-9D3E-4BA76BACBA8E}" destId="{742F812E-A936-4262-9D0C-365DBDE6A2FA}" srcOrd="0" destOrd="0" presId="urn:microsoft.com/office/officeart/2005/8/layout/hierarchy1"/>
    <dgm:cxn modelId="{C94557E3-BD09-43BF-BD24-63C4E7983E66}" srcId="{35AD9F8F-41C9-4837-9D3E-4BA76BACBA8E}" destId="{5277E705-BE79-463B-82ED-EF0D137CBB59}" srcOrd="0" destOrd="0" parTransId="{842DAF77-B9CB-48E5-8D21-3E7AC9DE05C6}" sibTransId="{57F7487C-C15A-4CCE-B6D0-63A8575BE8CE}"/>
    <dgm:cxn modelId="{5B4073DB-46B6-4DEF-BF94-9368FB9EACA7}" type="presParOf" srcId="{742F812E-A936-4262-9D0C-365DBDE6A2FA}" destId="{2B9479BF-FFBA-49EF-982C-350B1800A874}" srcOrd="0" destOrd="0" presId="urn:microsoft.com/office/officeart/2005/8/layout/hierarchy1"/>
    <dgm:cxn modelId="{59766D22-998D-4752-9763-C893E166CE48}" type="presParOf" srcId="{2B9479BF-FFBA-49EF-982C-350B1800A874}" destId="{4CAF0741-6BEA-44A1-A4CA-4A393B1BE29A}" srcOrd="0" destOrd="0" presId="urn:microsoft.com/office/officeart/2005/8/layout/hierarchy1"/>
    <dgm:cxn modelId="{8C20463A-684A-4D0F-8F6F-BF5E90BD74E3}" type="presParOf" srcId="{4CAF0741-6BEA-44A1-A4CA-4A393B1BE29A}" destId="{B6180FBE-35FF-4187-AA44-6F5EE5A561E5}" srcOrd="0" destOrd="0" presId="urn:microsoft.com/office/officeart/2005/8/layout/hierarchy1"/>
    <dgm:cxn modelId="{EB614158-DF3C-4543-A0D1-C7CFFE2F6A1F}" type="presParOf" srcId="{4CAF0741-6BEA-44A1-A4CA-4A393B1BE29A}" destId="{48D9CF2A-8E13-444C-A76A-B29698D06871}" srcOrd="1" destOrd="0" presId="urn:microsoft.com/office/officeart/2005/8/layout/hierarchy1"/>
    <dgm:cxn modelId="{2E76917A-9F33-4E23-9AE5-4C260EB2B04F}" type="presParOf" srcId="{2B9479BF-FFBA-49EF-982C-350B1800A874}" destId="{A98E528E-519C-4992-A500-77EA9F8CF6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C13834-BC9E-4A72-96A8-0F148297B9C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922690-29B5-4D4F-A39A-93A91FA6143D}">
      <dgm:prSet/>
      <dgm:spPr/>
      <dgm:t>
        <a:bodyPr/>
        <a:lstStyle/>
        <a:p>
          <a:r>
            <a:rPr lang="en-US" b="0"/>
            <a:t>Timestamp: Oct 1, 2026 @ 20:05:21.687</a:t>
          </a:r>
          <a:endParaRPr lang="en-US"/>
        </a:p>
      </dgm:t>
    </dgm:pt>
    <dgm:pt modelId="{7D7A2C3B-8D5C-4D00-BF2E-0E9891FB0E9D}" type="parTrans" cxnId="{3CF5B764-E2EB-417E-B77D-34784E4CBDED}">
      <dgm:prSet/>
      <dgm:spPr/>
      <dgm:t>
        <a:bodyPr/>
        <a:lstStyle/>
        <a:p>
          <a:endParaRPr lang="en-US"/>
        </a:p>
      </dgm:t>
    </dgm:pt>
    <dgm:pt modelId="{97EA17FD-0078-4CDA-B795-4C1E4263C430}" type="sibTrans" cxnId="{3CF5B764-E2EB-417E-B77D-34784E4CBDED}">
      <dgm:prSet/>
      <dgm:spPr/>
      <dgm:t>
        <a:bodyPr/>
        <a:lstStyle/>
        <a:p>
          <a:endParaRPr lang="en-US"/>
        </a:p>
      </dgm:t>
    </dgm:pt>
    <dgm:pt modelId="{FCC69352-66F0-489D-B78F-C650FCCEC0E1}">
      <dgm:prSet/>
      <dgm:spPr/>
      <dgm:t>
        <a:bodyPr/>
        <a:lstStyle/>
        <a:p>
          <a:r>
            <a:rPr lang="en-US" b="0"/>
            <a:t>Wazuh Rule ID:   5902</a:t>
          </a:r>
          <a:endParaRPr lang="en-US"/>
        </a:p>
      </dgm:t>
    </dgm:pt>
    <dgm:pt modelId="{172999E7-228C-42DE-9920-5ED165505E99}" type="parTrans" cxnId="{494E5F0A-FA4F-4B41-876E-4319E0F8A03C}">
      <dgm:prSet/>
      <dgm:spPr/>
      <dgm:t>
        <a:bodyPr/>
        <a:lstStyle/>
        <a:p>
          <a:endParaRPr lang="en-US"/>
        </a:p>
      </dgm:t>
    </dgm:pt>
    <dgm:pt modelId="{E3766383-C9E6-49C8-821C-2D27DFCA4407}" type="sibTrans" cxnId="{494E5F0A-FA4F-4B41-876E-4319E0F8A03C}">
      <dgm:prSet/>
      <dgm:spPr/>
      <dgm:t>
        <a:bodyPr/>
        <a:lstStyle/>
        <a:p>
          <a:endParaRPr lang="en-US"/>
        </a:p>
      </dgm:t>
    </dgm:pt>
    <dgm:pt modelId="{203A28C4-CA7B-44C6-B00F-ECB4BA4BA933}">
      <dgm:prSet/>
      <dgm:spPr/>
      <dgm:t>
        <a:bodyPr/>
        <a:lstStyle/>
        <a:p>
          <a:r>
            <a:rPr lang="en-US" b="0"/>
            <a:t>Wazuh rule description:  New user added to the system.</a:t>
          </a:r>
          <a:endParaRPr lang="en-US"/>
        </a:p>
      </dgm:t>
    </dgm:pt>
    <dgm:pt modelId="{5C1E963B-DC64-490C-942B-367A7430A08D}" type="parTrans" cxnId="{ECD0E95C-451F-481D-9527-C76EEF978529}">
      <dgm:prSet/>
      <dgm:spPr/>
      <dgm:t>
        <a:bodyPr/>
        <a:lstStyle/>
        <a:p>
          <a:endParaRPr lang="en-US"/>
        </a:p>
      </dgm:t>
    </dgm:pt>
    <dgm:pt modelId="{B1E18335-19A7-4225-A29E-87766A5E4C84}" type="sibTrans" cxnId="{ECD0E95C-451F-481D-9527-C76EEF978529}">
      <dgm:prSet/>
      <dgm:spPr/>
      <dgm:t>
        <a:bodyPr/>
        <a:lstStyle/>
        <a:p>
          <a:endParaRPr lang="en-US"/>
        </a:p>
      </dgm:t>
    </dgm:pt>
    <dgm:pt modelId="{57455359-87F2-4291-AE5D-69B0C9FC4251}">
      <dgm:prSet/>
      <dgm:spPr/>
      <dgm:t>
        <a:bodyPr/>
        <a:lstStyle/>
        <a:p>
          <a:r>
            <a:rPr lang="en-US" b="0"/>
            <a:t>Severity : 8</a:t>
          </a:r>
          <a:endParaRPr lang="en-US"/>
        </a:p>
      </dgm:t>
    </dgm:pt>
    <dgm:pt modelId="{A27081A0-7863-435D-BDD2-275F32189102}" type="parTrans" cxnId="{D4F29D09-5C90-48AE-A6E7-8F8A451A7251}">
      <dgm:prSet/>
      <dgm:spPr/>
      <dgm:t>
        <a:bodyPr/>
        <a:lstStyle/>
        <a:p>
          <a:endParaRPr lang="en-US"/>
        </a:p>
      </dgm:t>
    </dgm:pt>
    <dgm:pt modelId="{3B49B534-D314-4DBD-B770-2D9D86637C23}" type="sibTrans" cxnId="{D4F29D09-5C90-48AE-A6E7-8F8A451A7251}">
      <dgm:prSet/>
      <dgm:spPr/>
      <dgm:t>
        <a:bodyPr/>
        <a:lstStyle/>
        <a:p>
          <a:endParaRPr lang="en-US"/>
        </a:p>
      </dgm:t>
    </dgm:pt>
    <dgm:pt modelId="{03EE68B0-F8DE-4395-A9D6-D4FF37AC1F05}">
      <dgm:prSet/>
      <dgm:spPr/>
      <dgm:t>
        <a:bodyPr/>
        <a:lstStyle/>
        <a:p>
          <a:r>
            <a:rPr lang="en-US" b="0"/>
            <a:t>Agent:  Ubuntu</a:t>
          </a:r>
          <a:endParaRPr lang="en-US"/>
        </a:p>
      </dgm:t>
    </dgm:pt>
    <dgm:pt modelId="{D3EF79FB-A174-4F29-A85F-441693019C1F}" type="parTrans" cxnId="{E502AE34-EDBF-4516-9ACC-6C2DA4F2269B}">
      <dgm:prSet/>
      <dgm:spPr/>
      <dgm:t>
        <a:bodyPr/>
        <a:lstStyle/>
        <a:p>
          <a:endParaRPr lang="en-US"/>
        </a:p>
      </dgm:t>
    </dgm:pt>
    <dgm:pt modelId="{B3175647-6B05-47AD-81C1-B95B0BAB1578}" type="sibTrans" cxnId="{E502AE34-EDBF-4516-9ACC-6C2DA4F2269B}">
      <dgm:prSet/>
      <dgm:spPr/>
      <dgm:t>
        <a:bodyPr/>
        <a:lstStyle/>
        <a:p>
          <a:endParaRPr lang="en-US"/>
        </a:p>
      </dgm:t>
    </dgm:pt>
    <dgm:pt modelId="{6042203C-1CC3-4F89-A9BB-781B7A28ADC6}">
      <dgm:prSet/>
      <dgm:spPr/>
      <dgm:t>
        <a:bodyPr/>
        <a:lstStyle/>
        <a:p>
          <a:r>
            <a:rPr lang="en-US" b="0"/>
            <a:t>User: capstone_project</a:t>
          </a:r>
          <a:endParaRPr lang="en-US"/>
        </a:p>
      </dgm:t>
    </dgm:pt>
    <dgm:pt modelId="{8F3C126E-67B1-4A1F-B099-769660436294}" type="parTrans" cxnId="{9291A92A-8E44-4574-838F-BED582E41817}">
      <dgm:prSet/>
      <dgm:spPr/>
      <dgm:t>
        <a:bodyPr/>
        <a:lstStyle/>
        <a:p>
          <a:endParaRPr lang="en-US"/>
        </a:p>
      </dgm:t>
    </dgm:pt>
    <dgm:pt modelId="{7B91E9BC-E1D5-463D-9094-B0CF8506DA65}" type="sibTrans" cxnId="{9291A92A-8E44-4574-838F-BED582E41817}">
      <dgm:prSet/>
      <dgm:spPr/>
      <dgm:t>
        <a:bodyPr/>
        <a:lstStyle/>
        <a:p>
          <a:endParaRPr lang="en-US"/>
        </a:p>
      </dgm:t>
    </dgm:pt>
    <dgm:pt modelId="{8691438B-E0F8-4020-9FC5-4FB18CE57495}">
      <dgm:prSet/>
      <dgm:spPr/>
      <dgm:t>
        <a:bodyPr/>
        <a:lstStyle/>
        <a:p>
          <a:r>
            <a:rPr lang="en-US" b="0"/>
            <a:t>Command/Event:  New user account capstone_project added to the Ubuntu system</a:t>
          </a:r>
          <a:endParaRPr lang="en-US"/>
        </a:p>
      </dgm:t>
    </dgm:pt>
    <dgm:pt modelId="{3A40C2A1-4B57-4357-8F3B-62475EEEBD8D}" type="parTrans" cxnId="{74874EB2-A600-4CB3-8799-8D0825584CAE}">
      <dgm:prSet/>
      <dgm:spPr/>
      <dgm:t>
        <a:bodyPr/>
        <a:lstStyle/>
        <a:p>
          <a:endParaRPr lang="en-US"/>
        </a:p>
      </dgm:t>
    </dgm:pt>
    <dgm:pt modelId="{75053C0A-A269-4809-9FCB-B8139BF859B1}" type="sibTrans" cxnId="{74874EB2-A600-4CB3-8799-8D0825584CAE}">
      <dgm:prSet/>
      <dgm:spPr/>
      <dgm:t>
        <a:bodyPr/>
        <a:lstStyle/>
        <a:p>
          <a:endParaRPr lang="en-US"/>
        </a:p>
      </dgm:t>
    </dgm:pt>
    <dgm:pt modelId="{D98C7BD4-D82F-4B3B-83AC-D624946218BB}">
      <dgm:prSet/>
      <dgm:spPr/>
      <dgm:t>
        <a:bodyPr/>
        <a:lstStyle/>
        <a:p>
          <a:r>
            <a:rPr lang="en-US" b="0"/>
            <a:t>MITRE ATT&amp;CK:  T1136 Create Account</a:t>
          </a:r>
          <a:endParaRPr lang="en-US"/>
        </a:p>
      </dgm:t>
    </dgm:pt>
    <dgm:pt modelId="{A18E8729-B10F-4231-8E03-FEDF9505C401}" type="parTrans" cxnId="{6CD4232E-6BD2-44D8-822F-05CA633AC217}">
      <dgm:prSet/>
      <dgm:spPr/>
      <dgm:t>
        <a:bodyPr/>
        <a:lstStyle/>
        <a:p>
          <a:endParaRPr lang="en-US"/>
        </a:p>
      </dgm:t>
    </dgm:pt>
    <dgm:pt modelId="{213D9618-D7E6-421C-9D7D-0F7066EDAD7F}" type="sibTrans" cxnId="{6CD4232E-6BD2-44D8-822F-05CA633AC217}">
      <dgm:prSet/>
      <dgm:spPr/>
      <dgm:t>
        <a:bodyPr/>
        <a:lstStyle/>
        <a:p>
          <a:endParaRPr lang="en-US"/>
        </a:p>
      </dgm:t>
    </dgm:pt>
    <dgm:pt modelId="{D99E288D-1011-47BD-9A4D-12039A8A63D1}">
      <dgm:prSet/>
      <dgm:spPr/>
      <dgm:t>
        <a:bodyPr/>
        <a:lstStyle/>
        <a:p>
          <a:r>
            <a:rPr lang="en-US" b="0" dirty="0"/>
            <a:t>Finding : A new user account, </a:t>
          </a:r>
          <a:r>
            <a:rPr lang="en-US" b="0" dirty="0" err="1"/>
            <a:t>capstone_project</a:t>
          </a:r>
          <a:r>
            <a:rPr lang="en-US" b="0" dirty="0"/>
            <a:t>, was created on the Ubuntu system. This activity could be used by an attacker to establish a persistent unauthorized access for attacks.</a:t>
          </a:r>
          <a:endParaRPr lang="en-US" dirty="0"/>
        </a:p>
      </dgm:t>
    </dgm:pt>
    <dgm:pt modelId="{8B1272DC-41B9-4873-9DF8-D075D08FB86A}" type="parTrans" cxnId="{0BB4B808-A95C-444A-B001-640E35E0ED57}">
      <dgm:prSet/>
      <dgm:spPr/>
      <dgm:t>
        <a:bodyPr/>
        <a:lstStyle/>
        <a:p>
          <a:endParaRPr lang="en-US"/>
        </a:p>
      </dgm:t>
    </dgm:pt>
    <dgm:pt modelId="{682444A6-1695-4AE7-B2C0-0CA171FC29AC}" type="sibTrans" cxnId="{0BB4B808-A95C-444A-B001-640E35E0ED57}">
      <dgm:prSet/>
      <dgm:spPr/>
      <dgm:t>
        <a:bodyPr/>
        <a:lstStyle/>
        <a:p>
          <a:endParaRPr lang="en-US"/>
        </a:p>
      </dgm:t>
    </dgm:pt>
    <dgm:pt modelId="{00D41419-B888-4E08-84D4-011E9C7E3EFB}" type="pres">
      <dgm:prSet presAssocID="{32C13834-BC9E-4A72-96A8-0F148297B9C7}" presName="vert0" presStyleCnt="0">
        <dgm:presLayoutVars>
          <dgm:dir/>
          <dgm:animOne val="branch"/>
          <dgm:animLvl val="lvl"/>
        </dgm:presLayoutVars>
      </dgm:prSet>
      <dgm:spPr/>
    </dgm:pt>
    <dgm:pt modelId="{C6D8D110-1A0F-4447-8461-2DF2D82F0013}" type="pres">
      <dgm:prSet presAssocID="{26922690-29B5-4D4F-A39A-93A91FA6143D}" presName="thickLine" presStyleLbl="alignNode1" presStyleIdx="0" presStyleCnt="9"/>
      <dgm:spPr/>
    </dgm:pt>
    <dgm:pt modelId="{369A5808-C5BD-46EC-BAE2-4AFE37356CCE}" type="pres">
      <dgm:prSet presAssocID="{26922690-29B5-4D4F-A39A-93A91FA6143D}" presName="horz1" presStyleCnt="0"/>
      <dgm:spPr/>
    </dgm:pt>
    <dgm:pt modelId="{56A84744-EEA4-4EC2-A00B-7D801F5C97D1}" type="pres">
      <dgm:prSet presAssocID="{26922690-29B5-4D4F-A39A-93A91FA6143D}" presName="tx1" presStyleLbl="revTx" presStyleIdx="0" presStyleCnt="9"/>
      <dgm:spPr/>
    </dgm:pt>
    <dgm:pt modelId="{134CE95B-F917-4072-9A77-765BE2A0BE2B}" type="pres">
      <dgm:prSet presAssocID="{26922690-29B5-4D4F-A39A-93A91FA6143D}" presName="vert1" presStyleCnt="0"/>
      <dgm:spPr/>
    </dgm:pt>
    <dgm:pt modelId="{D17DABFE-9C6C-45A5-BE3B-4F74BCDC6105}" type="pres">
      <dgm:prSet presAssocID="{FCC69352-66F0-489D-B78F-C650FCCEC0E1}" presName="thickLine" presStyleLbl="alignNode1" presStyleIdx="1" presStyleCnt="9"/>
      <dgm:spPr/>
    </dgm:pt>
    <dgm:pt modelId="{8891836C-3118-4982-99A3-BA5B5011EA76}" type="pres">
      <dgm:prSet presAssocID="{FCC69352-66F0-489D-B78F-C650FCCEC0E1}" presName="horz1" presStyleCnt="0"/>
      <dgm:spPr/>
    </dgm:pt>
    <dgm:pt modelId="{9465CBB2-A155-4021-9785-66A176328863}" type="pres">
      <dgm:prSet presAssocID="{FCC69352-66F0-489D-B78F-C650FCCEC0E1}" presName="tx1" presStyleLbl="revTx" presStyleIdx="1" presStyleCnt="9"/>
      <dgm:spPr/>
    </dgm:pt>
    <dgm:pt modelId="{D0DD1998-E04E-4E40-8477-7A2ABF461ED6}" type="pres">
      <dgm:prSet presAssocID="{FCC69352-66F0-489D-B78F-C650FCCEC0E1}" presName="vert1" presStyleCnt="0"/>
      <dgm:spPr/>
    </dgm:pt>
    <dgm:pt modelId="{0B39ACE1-3BEF-46D9-A081-5A115CA2D066}" type="pres">
      <dgm:prSet presAssocID="{203A28C4-CA7B-44C6-B00F-ECB4BA4BA933}" presName="thickLine" presStyleLbl="alignNode1" presStyleIdx="2" presStyleCnt="9"/>
      <dgm:spPr/>
    </dgm:pt>
    <dgm:pt modelId="{062F39C0-9F97-4A25-8369-FE5BCD193665}" type="pres">
      <dgm:prSet presAssocID="{203A28C4-CA7B-44C6-B00F-ECB4BA4BA933}" presName="horz1" presStyleCnt="0"/>
      <dgm:spPr/>
    </dgm:pt>
    <dgm:pt modelId="{0355C7C5-5876-4474-B047-F2469CE376EF}" type="pres">
      <dgm:prSet presAssocID="{203A28C4-CA7B-44C6-B00F-ECB4BA4BA933}" presName="tx1" presStyleLbl="revTx" presStyleIdx="2" presStyleCnt="9"/>
      <dgm:spPr/>
    </dgm:pt>
    <dgm:pt modelId="{6A083A77-2012-4508-A333-EC2006F7F642}" type="pres">
      <dgm:prSet presAssocID="{203A28C4-CA7B-44C6-B00F-ECB4BA4BA933}" presName="vert1" presStyleCnt="0"/>
      <dgm:spPr/>
    </dgm:pt>
    <dgm:pt modelId="{99B5AE42-7436-442A-BF8D-1409322D8676}" type="pres">
      <dgm:prSet presAssocID="{57455359-87F2-4291-AE5D-69B0C9FC4251}" presName="thickLine" presStyleLbl="alignNode1" presStyleIdx="3" presStyleCnt="9"/>
      <dgm:spPr/>
    </dgm:pt>
    <dgm:pt modelId="{DB8E3DD9-17E6-4B24-A38E-99683A69F3CE}" type="pres">
      <dgm:prSet presAssocID="{57455359-87F2-4291-AE5D-69B0C9FC4251}" presName="horz1" presStyleCnt="0"/>
      <dgm:spPr/>
    </dgm:pt>
    <dgm:pt modelId="{9BEFC879-037F-4191-A327-1D86394AB079}" type="pres">
      <dgm:prSet presAssocID="{57455359-87F2-4291-AE5D-69B0C9FC4251}" presName="tx1" presStyleLbl="revTx" presStyleIdx="3" presStyleCnt="9"/>
      <dgm:spPr/>
    </dgm:pt>
    <dgm:pt modelId="{0F7ED775-2AC7-4666-BADA-D906D530FEA8}" type="pres">
      <dgm:prSet presAssocID="{57455359-87F2-4291-AE5D-69B0C9FC4251}" presName="vert1" presStyleCnt="0"/>
      <dgm:spPr/>
    </dgm:pt>
    <dgm:pt modelId="{B5E71657-0055-4632-9BFF-32819AD4E482}" type="pres">
      <dgm:prSet presAssocID="{03EE68B0-F8DE-4395-A9D6-D4FF37AC1F05}" presName="thickLine" presStyleLbl="alignNode1" presStyleIdx="4" presStyleCnt="9"/>
      <dgm:spPr/>
    </dgm:pt>
    <dgm:pt modelId="{1F31049E-21DC-45EE-96F3-4CAEB3F76344}" type="pres">
      <dgm:prSet presAssocID="{03EE68B0-F8DE-4395-A9D6-D4FF37AC1F05}" presName="horz1" presStyleCnt="0"/>
      <dgm:spPr/>
    </dgm:pt>
    <dgm:pt modelId="{E83D5E26-CF94-484E-A101-5746C51F3C7D}" type="pres">
      <dgm:prSet presAssocID="{03EE68B0-F8DE-4395-A9D6-D4FF37AC1F05}" presName="tx1" presStyleLbl="revTx" presStyleIdx="4" presStyleCnt="9"/>
      <dgm:spPr/>
    </dgm:pt>
    <dgm:pt modelId="{A4B35E41-D350-47B6-A157-F324B15F4585}" type="pres">
      <dgm:prSet presAssocID="{03EE68B0-F8DE-4395-A9D6-D4FF37AC1F05}" presName="vert1" presStyleCnt="0"/>
      <dgm:spPr/>
    </dgm:pt>
    <dgm:pt modelId="{C1730837-4E8E-460D-91E5-8E5D7AFD41D4}" type="pres">
      <dgm:prSet presAssocID="{6042203C-1CC3-4F89-A9BB-781B7A28ADC6}" presName="thickLine" presStyleLbl="alignNode1" presStyleIdx="5" presStyleCnt="9"/>
      <dgm:spPr/>
    </dgm:pt>
    <dgm:pt modelId="{2357E726-8CAF-4313-BB6F-AC5B822DAAFF}" type="pres">
      <dgm:prSet presAssocID="{6042203C-1CC3-4F89-A9BB-781B7A28ADC6}" presName="horz1" presStyleCnt="0"/>
      <dgm:spPr/>
    </dgm:pt>
    <dgm:pt modelId="{BEEB0B14-3E4A-4DF8-A14E-064B9A8E04CB}" type="pres">
      <dgm:prSet presAssocID="{6042203C-1CC3-4F89-A9BB-781B7A28ADC6}" presName="tx1" presStyleLbl="revTx" presStyleIdx="5" presStyleCnt="9"/>
      <dgm:spPr/>
    </dgm:pt>
    <dgm:pt modelId="{0818E252-A78F-4E65-9ECC-76D2E8FA67AB}" type="pres">
      <dgm:prSet presAssocID="{6042203C-1CC3-4F89-A9BB-781B7A28ADC6}" presName="vert1" presStyleCnt="0"/>
      <dgm:spPr/>
    </dgm:pt>
    <dgm:pt modelId="{98696B65-117F-4ACF-A658-B6605C459276}" type="pres">
      <dgm:prSet presAssocID="{8691438B-E0F8-4020-9FC5-4FB18CE57495}" presName="thickLine" presStyleLbl="alignNode1" presStyleIdx="6" presStyleCnt="9"/>
      <dgm:spPr/>
    </dgm:pt>
    <dgm:pt modelId="{668FE8F5-5B81-4144-BCB8-7326710A0352}" type="pres">
      <dgm:prSet presAssocID="{8691438B-E0F8-4020-9FC5-4FB18CE57495}" presName="horz1" presStyleCnt="0"/>
      <dgm:spPr/>
    </dgm:pt>
    <dgm:pt modelId="{E097126F-9910-4F9F-9AFC-9BF8A9630A83}" type="pres">
      <dgm:prSet presAssocID="{8691438B-E0F8-4020-9FC5-4FB18CE57495}" presName="tx1" presStyleLbl="revTx" presStyleIdx="6" presStyleCnt="9"/>
      <dgm:spPr/>
    </dgm:pt>
    <dgm:pt modelId="{30F6E065-DA4B-4EE9-8CC6-27E964A33FA3}" type="pres">
      <dgm:prSet presAssocID="{8691438B-E0F8-4020-9FC5-4FB18CE57495}" presName="vert1" presStyleCnt="0"/>
      <dgm:spPr/>
    </dgm:pt>
    <dgm:pt modelId="{AC88E8A3-5F68-46C5-8FFC-CCC7CB4D7762}" type="pres">
      <dgm:prSet presAssocID="{D98C7BD4-D82F-4B3B-83AC-D624946218BB}" presName="thickLine" presStyleLbl="alignNode1" presStyleIdx="7" presStyleCnt="9"/>
      <dgm:spPr/>
    </dgm:pt>
    <dgm:pt modelId="{8D3738ED-1736-4491-819F-80DC204B219D}" type="pres">
      <dgm:prSet presAssocID="{D98C7BD4-D82F-4B3B-83AC-D624946218BB}" presName="horz1" presStyleCnt="0"/>
      <dgm:spPr/>
    </dgm:pt>
    <dgm:pt modelId="{CCCD28E9-7F7A-4908-9B8D-E1B148E1A569}" type="pres">
      <dgm:prSet presAssocID="{D98C7BD4-D82F-4B3B-83AC-D624946218BB}" presName="tx1" presStyleLbl="revTx" presStyleIdx="7" presStyleCnt="9"/>
      <dgm:spPr/>
    </dgm:pt>
    <dgm:pt modelId="{4983CC62-BCFF-42EA-B598-C4036C2423E5}" type="pres">
      <dgm:prSet presAssocID="{D98C7BD4-D82F-4B3B-83AC-D624946218BB}" presName="vert1" presStyleCnt="0"/>
      <dgm:spPr/>
    </dgm:pt>
    <dgm:pt modelId="{37FC6926-29FB-4CEC-B0D7-9F0D0869041C}" type="pres">
      <dgm:prSet presAssocID="{D99E288D-1011-47BD-9A4D-12039A8A63D1}" presName="thickLine" presStyleLbl="alignNode1" presStyleIdx="8" presStyleCnt="9"/>
      <dgm:spPr/>
    </dgm:pt>
    <dgm:pt modelId="{29ED3636-156A-46B3-BA88-445E042871E7}" type="pres">
      <dgm:prSet presAssocID="{D99E288D-1011-47BD-9A4D-12039A8A63D1}" presName="horz1" presStyleCnt="0"/>
      <dgm:spPr/>
    </dgm:pt>
    <dgm:pt modelId="{C2CA1BE2-6E00-45D7-8D4C-B59AF0104C60}" type="pres">
      <dgm:prSet presAssocID="{D99E288D-1011-47BD-9A4D-12039A8A63D1}" presName="tx1" presStyleLbl="revTx" presStyleIdx="8" presStyleCnt="9"/>
      <dgm:spPr/>
    </dgm:pt>
    <dgm:pt modelId="{B99A34B8-E111-447F-AE1B-958F9381D2FB}" type="pres">
      <dgm:prSet presAssocID="{D99E288D-1011-47BD-9A4D-12039A8A63D1}" presName="vert1" presStyleCnt="0"/>
      <dgm:spPr/>
    </dgm:pt>
  </dgm:ptLst>
  <dgm:cxnLst>
    <dgm:cxn modelId="{17A1BC00-696B-4383-B3A3-0DAB3B03F122}" type="presOf" srcId="{D99E288D-1011-47BD-9A4D-12039A8A63D1}" destId="{C2CA1BE2-6E00-45D7-8D4C-B59AF0104C60}" srcOrd="0" destOrd="0" presId="urn:microsoft.com/office/officeart/2008/layout/LinedList"/>
    <dgm:cxn modelId="{0BB4B808-A95C-444A-B001-640E35E0ED57}" srcId="{32C13834-BC9E-4A72-96A8-0F148297B9C7}" destId="{D99E288D-1011-47BD-9A4D-12039A8A63D1}" srcOrd="8" destOrd="0" parTransId="{8B1272DC-41B9-4873-9DF8-D075D08FB86A}" sibTransId="{682444A6-1695-4AE7-B2C0-0CA171FC29AC}"/>
    <dgm:cxn modelId="{D4F29D09-5C90-48AE-A6E7-8F8A451A7251}" srcId="{32C13834-BC9E-4A72-96A8-0F148297B9C7}" destId="{57455359-87F2-4291-AE5D-69B0C9FC4251}" srcOrd="3" destOrd="0" parTransId="{A27081A0-7863-435D-BDD2-275F32189102}" sibTransId="{3B49B534-D314-4DBD-B770-2D9D86637C23}"/>
    <dgm:cxn modelId="{494E5F0A-FA4F-4B41-876E-4319E0F8A03C}" srcId="{32C13834-BC9E-4A72-96A8-0F148297B9C7}" destId="{FCC69352-66F0-489D-B78F-C650FCCEC0E1}" srcOrd="1" destOrd="0" parTransId="{172999E7-228C-42DE-9920-5ED165505E99}" sibTransId="{E3766383-C9E6-49C8-821C-2D27DFCA4407}"/>
    <dgm:cxn modelId="{4E65C424-242F-4434-83A9-8965F3DEDAEA}" type="presOf" srcId="{57455359-87F2-4291-AE5D-69B0C9FC4251}" destId="{9BEFC879-037F-4191-A327-1D86394AB079}" srcOrd="0" destOrd="0" presId="urn:microsoft.com/office/officeart/2008/layout/LinedList"/>
    <dgm:cxn modelId="{9291A92A-8E44-4574-838F-BED582E41817}" srcId="{32C13834-BC9E-4A72-96A8-0F148297B9C7}" destId="{6042203C-1CC3-4F89-A9BB-781B7A28ADC6}" srcOrd="5" destOrd="0" parTransId="{8F3C126E-67B1-4A1F-B099-769660436294}" sibTransId="{7B91E9BC-E1D5-463D-9094-B0CF8506DA65}"/>
    <dgm:cxn modelId="{6CD4232E-6BD2-44D8-822F-05CA633AC217}" srcId="{32C13834-BC9E-4A72-96A8-0F148297B9C7}" destId="{D98C7BD4-D82F-4B3B-83AC-D624946218BB}" srcOrd="7" destOrd="0" parTransId="{A18E8729-B10F-4231-8E03-FEDF9505C401}" sibTransId="{213D9618-D7E6-421C-9D7D-0F7066EDAD7F}"/>
    <dgm:cxn modelId="{40E59230-0371-458C-B547-97885A7EF95B}" type="presOf" srcId="{03EE68B0-F8DE-4395-A9D6-D4FF37AC1F05}" destId="{E83D5E26-CF94-484E-A101-5746C51F3C7D}" srcOrd="0" destOrd="0" presId="urn:microsoft.com/office/officeart/2008/layout/LinedList"/>
    <dgm:cxn modelId="{E502AE34-EDBF-4516-9ACC-6C2DA4F2269B}" srcId="{32C13834-BC9E-4A72-96A8-0F148297B9C7}" destId="{03EE68B0-F8DE-4395-A9D6-D4FF37AC1F05}" srcOrd="4" destOrd="0" parTransId="{D3EF79FB-A174-4F29-A85F-441693019C1F}" sibTransId="{B3175647-6B05-47AD-81C1-B95B0BAB1578}"/>
    <dgm:cxn modelId="{ECD0E95C-451F-481D-9527-C76EEF978529}" srcId="{32C13834-BC9E-4A72-96A8-0F148297B9C7}" destId="{203A28C4-CA7B-44C6-B00F-ECB4BA4BA933}" srcOrd="2" destOrd="0" parTransId="{5C1E963B-DC64-490C-942B-367A7430A08D}" sibTransId="{B1E18335-19A7-4225-A29E-87766A5E4C84}"/>
    <dgm:cxn modelId="{3CF5B764-E2EB-417E-B77D-34784E4CBDED}" srcId="{32C13834-BC9E-4A72-96A8-0F148297B9C7}" destId="{26922690-29B5-4D4F-A39A-93A91FA6143D}" srcOrd="0" destOrd="0" parTransId="{7D7A2C3B-8D5C-4D00-BF2E-0E9891FB0E9D}" sibTransId="{97EA17FD-0078-4CDA-B795-4C1E4263C430}"/>
    <dgm:cxn modelId="{87722066-69CD-4268-8C8A-B93FE80D4017}" type="presOf" srcId="{32C13834-BC9E-4A72-96A8-0F148297B9C7}" destId="{00D41419-B888-4E08-84D4-011E9C7E3EFB}" srcOrd="0" destOrd="0" presId="urn:microsoft.com/office/officeart/2008/layout/LinedList"/>
    <dgm:cxn modelId="{DEBFD767-CD80-4737-AFBC-461614306C01}" type="presOf" srcId="{6042203C-1CC3-4F89-A9BB-781B7A28ADC6}" destId="{BEEB0B14-3E4A-4DF8-A14E-064B9A8E04CB}" srcOrd="0" destOrd="0" presId="urn:microsoft.com/office/officeart/2008/layout/LinedList"/>
    <dgm:cxn modelId="{E5668075-B32B-4D5A-AC9C-450589CE29FB}" type="presOf" srcId="{26922690-29B5-4D4F-A39A-93A91FA6143D}" destId="{56A84744-EEA4-4EC2-A00B-7D801F5C97D1}" srcOrd="0" destOrd="0" presId="urn:microsoft.com/office/officeart/2008/layout/LinedList"/>
    <dgm:cxn modelId="{CB9C6389-3615-4F59-8F82-8636B7164758}" type="presOf" srcId="{D98C7BD4-D82F-4B3B-83AC-D624946218BB}" destId="{CCCD28E9-7F7A-4908-9B8D-E1B148E1A569}" srcOrd="0" destOrd="0" presId="urn:microsoft.com/office/officeart/2008/layout/LinedList"/>
    <dgm:cxn modelId="{D590EE8D-D6F2-45AB-9724-EA25315A3792}" type="presOf" srcId="{8691438B-E0F8-4020-9FC5-4FB18CE57495}" destId="{E097126F-9910-4F9F-9AFC-9BF8A9630A83}" srcOrd="0" destOrd="0" presId="urn:microsoft.com/office/officeart/2008/layout/LinedList"/>
    <dgm:cxn modelId="{8A4A5698-F112-45C0-B84D-9E36461185AC}" type="presOf" srcId="{FCC69352-66F0-489D-B78F-C650FCCEC0E1}" destId="{9465CBB2-A155-4021-9785-66A176328863}" srcOrd="0" destOrd="0" presId="urn:microsoft.com/office/officeart/2008/layout/LinedList"/>
    <dgm:cxn modelId="{74874EB2-A600-4CB3-8799-8D0825584CAE}" srcId="{32C13834-BC9E-4A72-96A8-0F148297B9C7}" destId="{8691438B-E0F8-4020-9FC5-4FB18CE57495}" srcOrd="6" destOrd="0" parTransId="{3A40C2A1-4B57-4357-8F3B-62475EEEBD8D}" sibTransId="{75053C0A-A269-4809-9FCB-B8139BF859B1}"/>
    <dgm:cxn modelId="{4542FFE7-37DD-433D-B4F6-331DFA9304C0}" type="presOf" srcId="{203A28C4-CA7B-44C6-B00F-ECB4BA4BA933}" destId="{0355C7C5-5876-4474-B047-F2469CE376EF}" srcOrd="0" destOrd="0" presId="urn:microsoft.com/office/officeart/2008/layout/LinedList"/>
    <dgm:cxn modelId="{7CF3E186-3F39-4F68-A56C-AA20B5C8C7C4}" type="presParOf" srcId="{00D41419-B888-4E08-84D4-011E9C7E3EFB}" destId="{C6D8D110-1A0F-4447-8461-2DF2D82F0013}" srcOrd="0" destOrd="0" presId="urn:microsoft.com/office/officeart/2008/layout/LinedList"/>
    <dgm:cxn modelId="{A5F6778D-9D7C-4518-9A8F-BD67279DB142}" type="presParOf" srcId="{00D41419-B888-4E08-84D4-011E9C7E3EFB}" destId="{369A5808-C5BD-46EC-BAE2-4AFE37356CCE}" srcOrd="1" destOrd="0" presId="urn:microsoft.com/office/officeart/2008/layout/LinedList"/>
    <dgm:cxn modelId="{DFAE3483-40F3-4829-B622-7B84686AB7A5}" type="presParOf" srcId="{369A5808-C5BD-46EC-BAE2-4AFE37356CCE}" destId="{56A84744-EEA4-4EC2-A00B-7D801F5C97D1}" srcOrd="0" destOrd="0" presId="urn:microsoft.com/office/officeart/2008/layout/LinedList"/>
    <dgm:cxn modelId="{2960A306-41D0-4250-8D34-0BB402DA1F73}" type="presParOf" srcId="{369A5808-C5BD-46EC-BAE2-4AFE37356CCE}" destId="{134CE95B-F917-4072-9A77-765BE2A0BE2B}" srcOrd="1" destOrd="0" presId="urn:microsoft.com/office/officeart/2008/layout/LinedList"/>
    <dgm:cxn modelId="{8D3DF117-8330-4211-88AD-DEDFD791051E}" type="presParOf" srcId="{00D41419-B888-4E08-84D4-011E9C7E3EFB}" destId="{D17DABFE-9C6C-45A5-BE3B-4F74BCDC6105}" srcOrd="2" destOrd="0" presId="urn:microsoft.com/office/officeart/2008/layout/LinedList"/>
    <dgm:cxn modelId="{9BDE7FCA-2C7F-450D-A166-643D58871AE0}" type="presParOf" srcId="{00D41419-B888-4E08-84D4-011E9C7E3EFB}" destId="{8891836C-3118-4982-99A3-BA5B5011EA76}" srcOrd="3" destOrd="0" presId="urn:microsoft.com/office/officeart/2008/layout/LinedList"/>
    <dgm:cxn modelId="{F6537A9A-1A71-4685-B947-ADC70C8A4EDB}" type="presParOf" srcId="{8891836C-3118-4982-99A3-BA5B5011EA76}" destId="{9465CBB2-A155-4021-9785-66A176328863}" srcOrd="0" destOrd="0" presId="urn:microsoft.com/office/officeart/2008/layout/LinedList"/>
    <dgm:cxn modelId="{35052068-A65E-44ED-BEC0-C6C6F009A38E}" type="presParOf" srcId="{8891836C-3118-4982-99A3-BA5B5011EA76}" destId="{D0DD1998-E04E-4E40-8477-7A2ABF461ED6}" srcOrd="1" destOrd="0" presId="urn:microsoft.com/office/officeart/2008/layout/LinedList"/>
    <dgm:cxn modelId="{85E4CF37-D401-42D7-966A-9BF9127484D6}" type="presParOf" srcId="{00D41419-B888-4E08-84D4-011E9C7E3EFB}" destId="{0B39ACE1-3BEF-46D9-A081-5A115CA2D066}" srcOrd="4" destOrd="0" presId="urn:microsoft.com/office/officeart/2008/layout/LinedList"/>
    <dgm:cxn modelId="{A67114CA-0A34-482D-A8B9-6275DC636254}" type="presParOf" srcId="{00D41419-B888-4E08-84D4-011E9C7E3EFB}" destId="{062F39C0-9F97-4A25-8369-FE5BCD193665}" srcOrd="5" destOrd="0" presId="urn:microsoft.com/office/officeart/2008/layout/LinedList"/>
    <dgm:cxn modelId="{B7856BC9-D5A4-4256-8F6E-EBB842ECC7CF}" type="presParOf" srcId="{062F39C0-9F97-4A25-8369-FE5BCD193665}" destId="{0355C7C5-5876-4474-B047-F2469CE376EF}" srcOrd="0" destOrd="0" presId="urn:microsoft.com/office/officeart/2008/layout/LinedList"/>
    <dgm:cxn modelId="{A74E7A85-AE1E-4BDA-B5FC-DB278BE32AB0}" type="presParOf" srcId="{062F39C0-9F97-4A25-8369-FE5BCD193665}" destId="{6A083A77-2012-4508-A333-EC2006F7F642}" srcOrd="1" destOrd="0" presId="urn:microsoft.com/office/officeart/2008/layout/LinedList"/>
    <dgm:cxn modelId="{A03ED960-86B1-4FB6-B285-C1BC847D1F9A}" type="presParOf" srcId="{00D41419-B888-4E08-84D4-011E9C7E3EFB}" destId="{99B5AE42-7436-442A-BF8D-1409322D8676}" srcOrd="6" destOrd="0" presId="urn:microsoft.com/office/officeart/2008/layout/LinedList"/>
    <dgm:cxn modelId="{F995B6FF-AC69-4EFE-B789-EE5431EF9AC1}" type="presParOf" srcId="{00D41419-B888-4E08-84D4-011E9C7E3EFB}" destId="{DB8E3DD9-17E6-4B24-A38E-99683A69F3CE}" srcOrd="7" destOrd="0" presId="urn:microsoft.com/office/officeart/2008/layout/LinedList"/>
    <dgm:cxn modelId="{9DE8BE41-A9C9-4F30-B34F-03727E1FB6A1}" type="presParOf" srcId="{DB8E3DD9-17E6-4B24-A38E-99683A69F3CE}" destId="{9BEFC879-037F-4191-A327-1D86394AB079}" srcOrd="0" destOrd="0" presId="urn:microsoft.com/office/officeart/2008/layout/LinedList"/>
    <dgm:cxn modelId="{75E469A6-878B-4F98-93D0-1A52CC9C5009}" type="presParOf" srcId="{DB8E3DD9-17E6-4B24-A38E-99683A69F3CE}" destId="{0F7ED775-2AC7-4666-BADA-D906D530FEA8}" srcOrd="1" destOrd="0" presId="urn:microsoft.com/office/officeart/2008/layout/LinedList"/>
    <dgm:cxn modelId="{EE9B5EB9-F800-444F-88C4-A6A1FFD00E30}" type="presParOf" srcId="{00D41419-B888-4E08-84D4-011E9C7E3EFB}" destId="{B5E71657-0055-4632-9BFF-32819AD4E482}" srcOrd="8" destOrd="0" presId="urn:microsoft.com/office/officeart/2008/layout/LinedList"/>
    <dgm:cxn modelId="{5DE0276C-F200-49A6-BA99-10C49C605376}" type="presParOf" srcId="{00D41419-B888-4E08-84D4-011E9C7E3EFB}" destId="{1F31049E-21DC-45EE-96F3-4CAEB3F76344}" srcOrd="9" destOrd="0" presId="urn:microsoft.com/office/officeart/2008/layout/LinedList"/>
    <dgm:cxn modelId="{E516D28D-57F5-4CA5-90CE-847CF05CFF98}" type="presParOf" srcId="{1F31049E-21DC-45EE-96F3-4CAEB3F76344}" destId="{E83D5E26-CF94-484E-A101-5746C51F3C7D}" srcOrd="0" destOrd="0" presId="urn:microsoft.com/office/officeart/2008/layout/LinedList"/>
    <dgm:cxn modelId="{9BC49A76-D30D-40BD-8EA8-F0C55FD6543B}" type="presParOf" srcId="{1F31049E-21DC-45EE-96F3-4CAEB3F76344}" destId="{A4B35E41-D350-47B6-A157-F324B15F4585}" srcOrd="1" destOrd="0" presId="urn:microsoft.com/office/officeart/2008/layout/LinedList"/>
    <dgm:cxn modelId="{78EDA835-877A-4F6B-93A5-ECFF8CAC1618}" type="presParOf" srcId="{00D41419-B888-4E08-84D4-011E9C7E3EFB}" destId="{C1730837-4E8E-460D-91E5-8E5D7AFD41D4}" srcOrd="10" destOrd="0" presId="urn:microsoft.com/office/officeart/2008/layout/LinedList"/>
    <dgm:cxn modelId="{6B604F34-0DCB-4F69-B679-C8217F50E999}" type="presParOf" srcId="{00D41419-B888-4E08-84D4-011E9C7E3EFB}" destId="{2357E726-8CAF-4313-BB6F-AC5B822DAAFF}" srcOrd="11" destOrd="0" presId="urn:microsoft.com/office/officeart/2008/layout/LinedList"/>
    <dgm:cxn modelId="{166239AC-C5BF-4F4E-BCAE-9FAE0020E47A}" type="presParOf" srcId="{2357E726-8CAF-4313-BB6F-AC5B822DAAFF}" destId="{BEEB0B14-3E4A-4DF8-A14E-064B9A8E04CB}" srcOrd="0" destOrd="0" presId="urn:microsoft.com/office/officeart/2008/layout/LinedList"/>
    <dgm:cxn modelId="{C4301CD7-4802-4739-8E6A-81E4C4544694}" type="presParOf" srcId="{2357E726-8CAF-4313-BB6F-AC5B822DAAFF}" destId="{0818E252-A78F-4E65-9ECC-76D2E8FA67AB}" srcOrd="1" destOrd="0" presId="urn:microsoft.com/office/officeart/2008/layout/LinedList"/>
    <dgm:cxn modelId="{06DE1F6E-4957-4006-9DB7-1F3E5A851EAD}" type="presParOf" srcId="{00D41419-B888-4E08-84D4-011E9C7E3EFB}" destId="{98696B65-117F-4ACF-A658-B6605C459276}" srcOrd="12" destOrd="0" presId="urn:microsoft.com/office/officeart/2008/layout/LinedList"/>
    <dgm:cxn modelId="{7876C5FA-B0D8-41D5-86EE-31419A93577B}" type="presParOf" srcId="{00D41419-B888-4E08-84D4-011E9C7E3EFB}" destId="{668FE8F5-5B81-4144-BCB8-7326710A0352}" srcOrd="13" destOrd="0" presId="urn:microsoft.com/office/officeart/2008/layout/LinedList"/>
    <dgm:cxn modelId="{6A8362F6-3C22-450C-A1B4-6AC0AD5D7C7D}" type="presParOf" srcId="{668FE8F5-5B81-4144-BCB8-7326710A0352}" destId="{E097126F-9910-4F9F-9AFC-9BF8A9630A83}" srcOrd="0" destOrd="0" presId="urn:microsoft.com/office/officeart/2008/layout/LinedList"/>
    <dgm:cxn modelId="{C349DF35-6678-4205-AE86-32EAD95F6B3B}" type="presParOf" srcId="{668FE8F5-5B81-4144-BCB8-7326710A0352}" destId="{30F6E065-DA4B-4EE9-8CC6-27E964A33FA3}" srcOrd="1" destOrd="0" presId="urn:microsoft.com/office/officeart/2008/layout/LinedList"/>
    <dgm:cxn modelId="{6E50C682-E3E7-48AE-9A38-D59D1168098B}" type="presParOf" srcId="{00D41419-B888-4E08-84D4-011E9C7E3EFB}" destId="{AC88E8A3-5F68-46C5-8FFC-CCC7CB4D7762}" srcOrd="14" destOrd="0" presId="urn:microsoft.com/office/officeart/2008/layout/LinedList"/>
    <dgm:cxn modelId="{98E5C328-9A89-40A3-9F0D-6DDE780AB436}" type="presParOf" srcId="{00D41419-B888-4E08-84D4-011E9C7E3EFB}" destId="{8D3738ED-1736-4491-819F-80DC204B219D}" srcOrd="15" destOrd="0" presId="urn:microsoft.com/office/officeart/2008/layout/LinedList"/>
    <dgm:cxn modelId="{475D8B9F-2613-4853-89D1-D1B160912FBA}" type="presParOf" srcId="{8D3738ED-1736-4491-819F-80DC204B219D}" destId="{CCCD28E9-7F7A-4908-9B8D-E1B148E1A569}" srcOrd="0" destOrd="0" presId="urn:microsoft.com/office/officeart/2008/layout/LinedList"/>
    <dgm:cxn modelId="{F722A9F6-53A6-428E-948B-33EA62F70D60}" type="presParOf" srcId="{8D3738ED-1736-4491-819F-80DC204B219D}" destId="{4983CC62-BCFF-42EA-B598-C4036C2423E5}" srcOrd="1" destOrd="0" presId="urn:microsoft.com/office/officeart/2008/layout/LinedList"/>
    <dgm:cxn modelId="{12044C1F-2D89-4703-B2B4-12D14ECB7FC3}" type="presParOf" srcId="{00D41419-B888-4E08-84D4-011E9C7E3EFB}" destId="{37FC6926-29FB-4CEC-B0D7-9F0D0869041C}" srcOrd="16" destOrd="0" presId="urn:microsoft.com/office/officeart/2008/layout/LinedList"/>
    <dgm:cxn modelId="{9391CF57-C209-4056-946D-83DDF4FF68E0}" type="presParOf" srcId="{00D41419-B888-4E08-84D4-011E9C7E3EFB}" destId="{29ED3636-156A-46B3-BA88-445E042871E7}" srcOrd="17" destOrd="0" presId="urn:microsoft.com/office/officeart/2008/layout/LinedList"/>
    <dgm:cxn modelId="{44A6E26A-A217-4656-8965-9DEC19455402}" type="presParOf" srcId="{29ED3636-156A-46B3-BA88-445E042871E7}" destId="{C2CA1BE2-6E00-45D7-8D4C-B59AF0104C60}" srcOrd="0" destOrd="0" presId="urn:microsoft.com/office/officeart/2008/layout/LinedList"/>
    <dgm:cxn modelId="{B6CC8106-59EA-472F-A8EF-1E126A0F3D14}" type="presParOf" srcId="{29ED3636-156A-46B3-BA88-445E042871E7}" destId="{B99A34B8-E111-447F-AE1B-958F9381D2F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DEFD4-4020-4686-8E64-D10B9553B32F}">
      <dsp:nvSpPr>
        <dsp:cNvPr id="0" name=""/>
        <dsp:cNvSpPr/>
      </dsp:nvSpPr>
      <dsp:spPr>
        <a:xfrm>
          <a:off x="0" y="531"/>
          <a:ext cx="7886700" cy="1243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46163-CBE7-4B71-9730-176DF4074E52}">
      <dsp:nvSpPr>
        <dsp:cNvPr id="0" name=""/>
        <dsp:cNvSpPr/>
      </dsp:nvSpPr>
      <dsp:spPr>
        <a:xfrm>
          <a:off x="376092" y="280269"/>
          <a:ext cx="683804" cy="6838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9767E-42E2-4195-8A54-C05020B057CE}">
      <dsp:nvSpPr>
        <dsp:cNvPr id="0" name=""/>
        <dsp:cNvSpPr/>
      </dsp:nvSpPr>
      <dsp:spPr>
        <a:xfrm>
          <a:off x="1435988" y="5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1.  Create a new user account</a:t>
          </a:r>
          <a:br>
            <a:rPr lang="en-US" sz="2300" b="1" kern="1200"/>
          </a:br>
          <a:r>
            <a:rPr lang="en-US" sz="2300" kern="1200"/>
            <a:t>sudo useradd -m capstone_project &amp;&amp; sudo passwd -d capstone_project</a:t>
          </a:r>
        </a:p>
      </dsp:txBody>
      <dsp:txXfrm>
        <a:off x="1435988" y="531"/>
        <a:ext cx="6450711" cy="1243280"/>
      </dsp:txXfrm>
    </dsp:sp>
    <dsp:sp modelId="{C62E4D5F-7E44-4B0A-AC90-5096BB2328F7}">
      <dsp:nvSpPr>
        <dsp:cNvPr id="0" name=""/>
        <dsp:cNvSpPr/>
      </dsp:nvSpPr>
      <dsp:spPr>
        <a:xfrm>
          <a:off x="0" y="1554631"/>
          <a:ext cx="7886700" cy="1243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3DAE8-3BF1-41BE-800E-AC6A050349EC}">
      <dsp:nvSpPr>
        <dsp:cNvPr id="0" name=""/>
        <dsp:cNvSpPr/>
      </dsp:nvSpPr>
      <dsp:spPr>
        <a:xfrm>
          <a:off x="376092" y="1834369"/>
          <a:ext cx="683804" cy="6838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F1F5F-584F-4B82-89C2-5511162BAF56}">
      <dsp:nvSpPr>
        <dsp:cNvPr id="0" name=""/>
        <dsp:cNvSpPr/>
      </dsp:nvSpPr>
      <dsp:spPr>
        <a:xfrm>
          <a:off x="1435988" y="1554631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2.  Execute a privileged command</a:t>
          </a:r>
          <a:br>
            <a:rPr lang="en-US" sz="2300" b="1" kern="1200"/>
          </a:br>
          <a:r>
            <a:rPr lang="en-US" sz="2300" kern="1200"/>
            <a:t>sudo id</a:t>
          </a:r>
        </a:p>
      </dsp:txBody>
      <dsp:txXfrm>
        <a:off x="1435988" y="1554631"/>
        <a:ext cx="6450711" cy="1243280"/>
      </dsp:txXfrm>
    </dsp:sp>
    <dsp:sp modelId="{1B251239-80D2-4590-9D5E-105DF6C0C266}">
      <dsp:nvSpPr>
        <dsp:cNvPr id="0" name=""/>
        <dsp:cNvSpPr/>
      </dsp:nvSpPr>
      <dsp:spPr>
        <a:xfrm>
          <a:off x="0" y="3108732"/>
          <a:ext cx="7886700" cy="1243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4B902-6ED9-49AA-B7D7-C3777D817220}">
      <dsp:nvSpPr>
        <dsp:cNvPr id="0" name=""/>
        <dsp:cNvSpPr/>
      </dsp:nvSpPr>
      <dsp:spPr>
        <a:xfrm>
          <a:off x="376092" y="3388470"/>
          <a:ext cx="683804" cy="6838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BEE12-FFD3-4C7D-919E-419021E96028}">
      <dsp:nvSpPr>
        <dsp:cNvPr id="0" name=""/>
        <dsp:cNvSpPr/>
      </dsp:nvSpPr>
      <dsp:spPr>
        <a:xfrm>
          <a:off x="1435988" y="3108732"/>
          <a:ext cx="6450711" cy="12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81" tIns="131581" rIns="131581" bIns="13158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3.  Modify the /etc/hosts file</a:t>
          </a:r>
          <a:br>
            <a:rPr lang="en-US" sz="2300" b="1" kern="1200"/>
          </a:br>
          <a:r>
            <a:rPr lang="en-US" sz="2300" kern="1200"/>
            <a:t>sudo sh -c 'echo "# SOC-LAB" &gt;&gt; /etc/hosts'</a:t>
          </a:r>
        </a:p>
      </dsp:txBody>
      <dsp:txXfrm>
        <a:off x="1435988" y="3108732"/>
        <a:ext cx="6450711" cy="1243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80FBE-35FF-4187-AA44-6F5EE5A561E5}">
      <dsp:nvSpPr>
        <dsp:cNvPr id="0" name=""/>
        <dsp:cNvSpPr/>
      </dsp:nvSpPr>
      <dsp:spPr>
        <a:xfrm>
          <a:off x="2233904" y="601"/>
          <a:ext cx="3023510" cy="1919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D9CF2A-8E13-444C-A76A-B29698D06871}">
      <dsp:nvSpPr>
        <dsp:cNvPr id="0" name=""/>
        <dsp:cNvSpPr/>
      </dsp:nvSpPr>
      <dsp:spPr>
        <a:xfrm>
          <a:off x="2569849" y="319749"/>
          <a:ext cx="3023510" cy="1919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Activity</a:t>
          </a:r>
          <a:r>
            <a:rPr lang="en-US" sz="2300" b="0" kern="1200" dirty="0"/>
            <a:t>:   </a:t>
          </a:r>
          <a:r>
            <a:rPr lang="en-US" sz="2300" b="0" kern="1200" dirty="0" err="1"/>
            <a:t>sudo</a:t>
          </a:r>
          <a:r>
            <a:rPr lang="en-US" sz="2300" b="0" kern="1200" dirty="0"/>
            <a:t> </a:t>
          </a:r>
          <a:r>
            <a:rPr lang="en-US" sz="2300" b="0" kern="1200" dirty="0" err="1"/>
            <a:t>useradd</a:t>
          </a:r>
          <a:r>
            <a:rPr lang="en-US" sz="2300" b="0" kern="1200" dirty="0"/>
            <a:t> -m </a:t>
          </a:r>
          <a:r>
            <a:rPr lang="en-US" sz="2300" b="0" kern="1200" dirty="0" err="1"/>
            <a:t>capstone_project</a:t>
          </a:r>
          <a:r>
            <a:rPr lang="en-US" sz="2300" b="0" kern="1200" dirty="0"/>
            <a:t> &amp;&amp; </a:t>
          </a:r>
          <a:r>
            <a:rPr lang="en-US" sz="2300" b="0" kern="1200" dirty="0" err="1"/>
            <a:t>sudo</a:t>
          </a:r>
          <a:r>
            <a:rPr lang="en-US" sz="2300" b="0" kern="1200" dirty="0"/>
            <a:t> passwd -d </a:t>
          </a:r>
          <a:r>
            <a:rPr lang="en-US" sz="2300" b="0" kern="1200" dirty="0" err="1"/>
            <a:t>capstone_project</a:t>
          </a:r>
          <a:endParaRPr lang="en-US" sz="2300" kern="1200" dirty="0"/>
        </a:p>
      </dsp:txBody>
      <dsp:txXfrm>
        <a:off x="2626082" y="375982"/>
        <a:ext cx="2911044" cy="1807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8D110-1A0F-4447-8461-2DF2D82F0013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84744-EEA4-4EC2-A00B-7D801F5C97D1}">
      <dsp:nvSpPr>
        <dsp:cNvPr id="0" name=""/>
        <dsp:cNvSpPr/>
      </dsp:nvSpPr>
      <dsp:spPr>
        <a:xfrm>
          <a:off x="0" y="531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Timestamp: Oct 1, 2026 @ 20:05:21.687</a:t>
          </a:r>
          <a:endParaRPr lang="en-US" sz="1300" kern="1200"/>
        </a:p>
      </dsp:txBody>
      <dsp:txXfrm>
        <a:off x="0" y="531"/>
        <a:ext cx="7886700" cy="483363"/>
      </dsp:txXfrm>
    </dsp:sp>
    <dsp:sp modelId="{D17DABFE-9C6C-45A5-BE3B-4F74BCDC6105}">
      <dsp:nvSpPr>
        <dsp:cNvPr id="0" name=""/>
        <dsp:cNvSpPr/>
      </dsp:nvSpPr>
      <dsp:spPr>
        <a:xfrm>
          <a:off x="0" y="483895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5CBB2-A155-4021-9785-66A176328863}">
      <dsp:nvSpPr>
        <dsp:cNvPr id="0" name=""/>
        <dsp:cNvSpPr/>
      </dsp:nvSpPr>
      <dsp:spPr>
        <a:xfrm>
          <a:off x="0" y="483895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Wazuh Rule ID:   5902</a:t>
          </a:r>
          <a:endParaRPr lang="en-US" sz="1300" kern="1200"/>
        </a:p>
      </dsp:txBody>
      <dsp:txXfrm>
        <a:off x="0" y="483895"/>
        <a:ext cx="7886700" cy="483363"/>
      </dsp:txXfrm>
    </dsp:sp>
    <dsp:sp modelId="{0B39ACE1-3BEF-46D9-A081-5A115CA2D066}">
      <dsp:nvSpPr>
        <dsp:cNvPr id="0" name=""/>
        <dsp:cNvSpPr/>
      </dsp:nvSpPr>
      <dsp:spPr>
        <a:xfrm>
          <a:off x="0" y="967259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5C7C5-5876-4474-B047-F2469CE376EF}">
      <dsp:nvSpPr>
        <dsp:cNvPr id="0" name=""/>
        <dsp:cNvSpPr/>
      </dsp:nvSpPr>
      <dsp:spPr>
        <a:xfrm>
          <a:off x="0" y="967259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Wazuh rule description:  New user added to the system.</a:t>
          </a:r>
          <a:endParaRPr lang="en-US" sz="1300" kern="1200"/>
        </a:p>
      </dsp:txBody>
      <dsp:txXfrm>
        <a:off x="0" y="967259"/>
        <a:ext cx="7886700" cy="483363"/>
      </dsp:txXfrm>
    </dsp:sp>
    <dsp:sp modelId="{99B5AE42-7436-442A-BF8D-1409322D8676}">
      <dsp:nvSpPr>
        <dsp:cNvPr id="0" name=""/>
        <dsp:cNvSpPr/>
      </dsp:nvSpPr>
      <dsp:spPr>
        <a:xfrm>
          <a:off x="0" y="1450623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FC879-037F-4191-A327-1D86394AB079}">
      <dsp:nvSpPr>
        <dsp:cNvPr id="0" name=""/>
        <dsp:cNvSpPr/>
      </dsp:nvSpPr>
      <dsp:spPr>
        <a:xfrm>
          <a:off x="0" y="1450623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Severity : 8</a:t>
          </a:r>
          <a:endParaRPr lang="en-US" sz="1300" kern="1200"/>
        </a:p>
      </dsp:txBody>
      <dsp:txXfrm>
        <a:off x="0" y="1450623"/>
        <a:ext cx="7886700" cy="483363"/>
      </dsp:txXfrm>
    </dsp:sp>
    <dsp:sp modelId="{B5E71657-0055-4632-9BFF-32819AD4E482}">
      <dsp:nvSpPr>
        <dsp:cNvPr id="0" name=""/>
        <dsp:cNvSpPr/>
      </dsp:nvSpPr>
      <dsp:spPr>
        <a:xfrm>
          <a:off x="0" y="1933987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D5E26-CF94-484E-A101-5746C51F3C7D}">
      <dsp:nvSpPr>
        <dsp:cNvPr id="0" name=""/>
        <dsp:cNvSpPr/>
      </dsp:nvSpPr>
      <dsp:spPr>
        <a:xfrm>
          <a:off x="0" y="1933987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Agent:  Ubuntu</a:t>
          </a:r>
          <a:endParaRPr lang="en-US" sz="1300" kern="1200"/>
        </a:p>
      </dsp:txBody>
      <dsp:txXfrm>
        <a:off x="0" y="1933987"/>
        <a:ext cx="7886700" cy="483363"/>
      </dsp:txXfrm>
    </dsp:sp>
    <dsp:sp modelId="{C1730837-4E8E-460D-91E5-8E5D7AFD41D4}">
      <dsp:nvSpPr>
        <dsp:cNvPr id="0" name=""/>
        <dsp:cNvSpPr/>
      </dsp:nvSpPr>
      <dsp:spPr>
        <a:xfrm>
          <a:off x="0" y="2417350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B0B14-3E4A-4DF8-A14E-064B9A8E04CB}">
      <dsp:nvSpPr>
        <dsp:cNvPr id="0" name=""/>
        <dsp:cNvSpPr/>
      </dsp:nvSpPr>
      <dsp:spPr>
        <a:xfrm>
          <a:off x="0" y="2417350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User: capstone_project</a:t>
          </a:r>
          <a:endParaRPr lang="en-US" sz="1300" kern="1200"/>
        </a:p>
      </dsp:txBody>
      <dsp:txXfrm>
        <a:off x="0" y="2417350"/>
        <a:ext cx="7886700" cy="483363"/>
      </dsp:txXfrm>
    </dsp:sp>
    <dsp:sp modelId="{98696B65-117F-4ACF-A658-B6605C459276}">
      <dsp:nvSpPr>
        <dsp:cNvPr id="0" name=""/>
        <dsp:cNvSpPr/>
      </dsp:nvSpPr>
      <dsp:spPr>
        <a:xfrm>
          <a:off x="0" y="2900714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97126F-9910-4F9F-9AFC-9BF8A9630A83}">
      <dsp:nvSpPr>
        <dsp:cNvPr id="0" name=""/>
        <dsp:cNvSpPr/>
      </dsp:nvSpPr>
      <dsp:spPr>
        <a:xfrm>
          <a:off x="0" y="2900714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Command/Event:  New user account capstone_project added to the Ubuntu system</a:t>
          </a:r>
          <a:endParaRPr lang="en-US" sz="1300" kern="1200"/>
        </a:p>
      </dsp:txBody>
      <dsp:txXfrm>
        <a:off x="0" y="2900714"/>
        <a:ext cx="7886700" cy="483363"/>
      </dsp:txXfrm>
    </dsp:sp>
    <dsp:sp modelId="{AC88E8A3-5F68-46C5-8FFC-CCC7CB4D7762}">
      <dsp:nvSpPr>
        <dsp:cNvPr id="0" name=""/>
        <dsp:cNvSpPr/>
      </dsp:nvSpPr>
      <dsp:spPr>
        <a:xfrm>
          <a:off x="0" y="3384078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D28E9-7F7A-4908-9B8D-E1B148E1A569}">
      <dsp:nvSpPr>
        <dsp:cNvPr id="0" name=""/>
        <dsp:cNvSpPr/>
      </dsp:nvSpPr>
      <dsp:spPr>
        <a:xfrm>
          <a:off x="0" y="3384078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/>
            <a:t>MITRE ATT&amp;CK:  T1136 Create Account</a:t>
          </a:r>
          <a:endParaRPr lang="en-US" sz="1300" kern="1200"/>
        </a:p>
      </dsp:txBody>
      <dsp:txXfrm>
        <a:off x="0" y="3384078"/>
        <a:ext cx="7886700" cy="483363"/>
      </dsp:txXfrm>
    </dsp:sp>
    <dsp:sp modelId="{37FC6926-29FB-4CEC-B0D7-9F0D0869041C}">
      <dsp:nvSpPr>
        <dsp:cNvPr id="0" name=""/>
        <dsp:cNvSpPr/>
      </dsp:nvSpPr>
      <dsp:spPr>
        <a:xfrm>
          <a:off x="0" y="3867442"/>
          <a:ext cx="78867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A1BE2-6E00-45D7-8D4C-B59AF0104C60}">
      <dsp:nvSpPr>
        <dsp:cNvPr id="0" name=""/>
        <dsp:cNvSpPr/>
      </dsp:nvSpPr>
      <dsp:spPr>
        <a:xfrm>
          <a:off x="0" y="3867442"/>
          <a:ext cx="78867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kern="1200" dirty="0"/>
            <a:t>Finding : A new user account, </a:t>
          </a:r>
          <a:r>
            <a:rPr lang="en-US" sz="1300" b="0" kern="1200" dirty="0" err="1"/>
            <a:t>capstone_project</a:t>
          </a:r>
          <a:r>
            <a:rPr lang="en-US" sz="1300" b="0" kern="1200" dirty="0"/>
            <a:t>, was created on the Ubuntu system. This activity could be used by an attacker to establish a persistent unauthorized access for attacks.</a:t>
          </a:r>
          <a:endParaRPr lang="en-US" sz="1300" kern="1200" dirty="0"/>
        </a:p>
      </dsp:txBody>
      <dsp:txXfrm>
        <a:off x="0" y="3867442"/>
        <a:ext cx="7886700" cy="483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0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8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1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Video 4" descr="3D Graphs">
            <a:extLst>
              <a:ext uri="{FF2B5EF4-FFF2-40B4-BE49-F238E27FC236}">
                <a16:creationId xmlns:a16="http://schemas.microsoft.com/office/drawing/2014/main" id="{CDC2D62C-A3F1-8BF6-F061-6FFCEED12E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6" b="-1"/>
          <a:stretch>
            <a:fillRect/>
          </a:stretch>
        </p:blipFill>
        <p:spPr>
          <a:xfrm>
            <a:off x="6760369" y="898777"/>
            <a:ext cx="3336131" cy="24950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0" y="3296012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5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457200"/>
                <a:endParaRPr lang="en-US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8326" y="1120676"/>
            <a:ext cx="4607719" cy="230832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800" dirty="0">
                <a:solidFill>
                  <a:schemeClr val="bg1"/>
                </a:solidFill>
              </a:rPr>
              <a:t>SOC Alert and Investigation with </a:t>
            </a:r>
            <a:r>
              <a:rPr lang="en-CA" sz="2800" dirty="0" err="1">
                <a:solidFill>
                  <a:schemeClr val="bg1"/>
                </a:solidFill>
              </a:rPr>
              <a:t>Wazuh</a:t>
            </a:r>
            <a:endParaRPr lang="en-CA" sz="2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6982" y="4292555"/>
            <a:ext cx="5269314" cy="934832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90000"/>
              </a:lnSpc>
            </a:pPr>
            <a:r>
              <a:rPr lang="en-CA" sz="3000" dirty="0">
                <a:solidFill>
                  <a:schemeClr val="bg1"/>
                </a:solidFill>
              </a:rPr>
              <a:t>
Funsho Igbasan</a:t>
            </a:r>
          </a:p>
        </p:txBody>
      </p:sp>
    </p:spTree>
    <p:extLst>
      <p:ext uri="{BB962C8B-B14F-4D97-AF65-F5344CB8AC3E}">
        <p14:creationId xmlns:p14="http://schemas.microsoft.com/office/powerpoint/2010/main" val="7325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557189"/>
            <a:ext cx="78867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/>
              <a:t>Task :</a:t>
            </a:r>
            <a:br>
              <a:rPr lang="en-US" sz="3500" dirty="0"/>
            </a:br>
            <a:r>
              <a:rPr lang="en-US" sz="3500" dirty="0"/>
              <a:t>Run 3 attacks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5E64545-FDD5-6976-575E-FF1708DC7E08}"/>
              </a:ext>
            </a:extLst>
          </p:cNvPr>
          <p:cNvGraphicFramePr/>
          <p:nvPr/>
        </p:nvGraphicFramePr>
        <p:xfrm>
          <a:off x="2152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First </a:t>
            </a:r>
            <a:r>
              <a:rPr dirty="0"/>
              <a:t>Attack:</a:t>
            </a:r>
            <a:r>
              <a:rPr lang="en-CA" dirty="0"/>
              <a:t> </a:t>
            </a:r>
            <a:r>
              <a:rPr lang="en-CA" sz="2400" dirty="0"/>
              <a:t>Create a new user</a:t>
            </a:r>
            <a:endParaRPr sz="2400" dirty="0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2D0BE92-66B9-EE02-8E5E-B6FEE1524579}"/>
              </a:ext>
            </a:extLst>
          </p:cNvPr>
          <p:cNvGraphicFramePr/>
          <p:nvPr/>
        </p:nvGraphicFramePr>
        <p:xfrm>
          <a:off x="2182368" y="3520440"/>
          <a:ext cx="7827264" cy="2240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F57F5D5-FEE1-4910-B899-D7EA448AD8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256" y="1417638"/>
            <a:ext cx="6926580" cy="17461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6E8964-AFC5-FA51-6694-341995B8D8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8812" r="20188" b="-1"/>
          <a:stretch>
            <a:fillRect/>
          </a:stretch>
        </p:blipFill>
        <p:spPr>
          <a:xfrm>
            <a:off x="15240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/>
              <a:t>New user added to the system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2F92BC2-B285-6D20-B2A4-B16F46B9A53C}"/>
              </a:ext>
            </a:extLst>
          </p:cNvPr>
          <p:cNvGraphicFramePr/>
          <p:nvPr/>
        </p:nvGraphicFramePr>
        <p:xfrm>
          <a:off x="2152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4713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0" y="0"/>
            <a:ext cx="9149272" cy="1576446"/>
            <a:chOff x="0" y="0"/>
            <a:chExt cx="12192002" cy="157644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699" y="319315"/>
            <a:ext cx="7108033" cy="103051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>
                <a:solidFill>
                  <a:srgbClr val="FFFFFF"/>
                </a:solidFill>
              </a:rPr>
              <a:t>Second Attack</a:t>
            </a:r>
            <a:r>
              <a:rPr lang="en-US" sz="3600" dirty="0">
                <a:solidFill>
                  <a:srgbClr val="FFFFFF"/>
                </a:solidFill>
              </a:rPr>
              <a:t>: </a:t>
            </a:r>
            <a:r>
              <a:rPr lang="en-US" sz="2200" dirty="0" err="1">
                <a:solidFill>
                  <a:srgbClr val="FFFFFF"/>
                </a:solidFill>
              </a:rPr>
              <a:t>sudo</a:t>
            </a:r>
            <a:r>
              <a:rPr lang="en-US" sz="2200" dirty="0">
                <a:solidFill>
                  <a:srgbClr val="FFFFFF"/>
                </a:solidFill>
              </a:rPr>
              <a:t> id</a:t>
            </a:r>
            <a:br>
              <a:rPr lang="en-US" sz="3600" dirty="0"/>
            </a:br>
            <a:endParaRPr lang="en-US" sz="3500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48282" y="3615061"/>
            <a:ext cx="7122320" cy="913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prstClr val="black"/>
                </a:solidFill>
                <a:latin typeface="Calibri"/>
              </a:rPr>
              <a:t>Result: to check result, I went to </a:t>
            </a:r>
            <a:r>
              <a:rPr lang="en-US" sz="1700" dirty="0" err="1">
                <a:solidFill>
                  <a:prstClr val="black"/>
                </a:solidFill>
                <a:latin typeface="Calibri"/>
              </a:rPr>
              <a:t>Wazuh</a:t>
            </a:r>
            <a:r>
              <a:rPr lang="en-US" sz="1700" dirty="0">
                <a:solidFill>
                  <a:prstClr val="black"/>
                </a:solidFill>
                <a:latin typeface="Calibri"/>
              </a:rPr>
              <a:t> &gt; Agent &gt;Theat hunting&gt; Events Discover &gt; Explore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DEDEB-7606-4611-8B97-88F49A03B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896" y="1636796"/>
            <a:ext cx="6592706" cy="1576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165F61-30CD-4471-BA55-03405A44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241" y="4691787"/>
            <a:ext cx="7359490" cy="1576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2"/>
            <a:ext cx="2903617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"/>
            <a:ext cx="2903616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>
              <a:solidFill>
                <a:srgbClr val="4F81BD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0776" y="3306516"/>
            <a:ext cx="2869714" cy="32153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PAM: login session opened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479559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1919294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4572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9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9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32587" y="706508"/>
            <a:ext cx="39128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Activity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  sudo id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Timestamp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Oct 1, 2026 @20:30:13.177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Wazuh Rule ID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  5501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Wazuh rule description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 PAM: login session opened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Severity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 : 3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Agent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 Ubuntu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User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Ubuntu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Command/Event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sudo id command executed with elevated privileges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MITRE ATT&amp;CK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:  T1078 Defense Evasion, Persistence, Privilege Escalation, Initial Access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prstClr val="white"/>
                </a:solidFill>
                <a:latin typeface="Calibri"/>
              </a:rPr>
              <a:t>Finding</a:t>
            </a:r>
            <a:r>
              <a:rPr lang="en-US" sz="1400">
                <a:solidFill>
                  <a:prstClr val="white"/>
                </a:solidFill>
                <a:latin typeface="Calibri"/>
              </a:rPr>
              <a:t> : A sudo session was opened for the Ubuntu account, allowing a command to execute with root privileges. Wazuh mapped this activity to Valid Accounts (T1078), which can be associated with unauthorized use of legitimate credentials for privileged access.</a:t>
            </a:r>
          </a:p>
        </p:txBody>
      </p:sp>
      <p:grpSp>
        <p:nvGrpSpPr>
          <p:cNvPr id="48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45454" y="5987065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00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00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00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00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457200"/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89" y="2133212"/>
            <a:ext cx="7770797" cy="99417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/>
              <a:t>Third Attack</a:t>
            </a:r>
            <a:r>
              <a:rPr lang="en-US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sudo</a:t>
            </a:r>
            <a:r>
              <a:rPr lang="en-US" sz="2000" dirty="0"/>
              <a:t> </a:t>
            </a:r>
            <a:r>
              <a:rPr lang="en-US" sz="2000" dirty="0" err="1"/>
              <a:t>sh</a:t>
            </a:r>
            <a:r>
              <a:rPr lang="en-US" sz="2000" dirty="0"/>
              <a:t> -c 'echo "# SOC-LAB" &gt;&gt; /</a:t>
            </a:r>
            <a:r>
              <a:rPr lang="en-US" sz="2000" dirty="0" err="1"/>
              <a:t>etc</a:t>
            </a:r>
            <a:r>
              <a:rPr lang="en-US" sz="2000" dirty="0"/>
              <a:t>/hosts'</a:t>
            </a:r>
            <a:br>
              <a:rPr lang="en-US" dirty="0"/>
            </a:b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32691CC-4AB8-48AF-B822-EBF7F4E9E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9089" y="-6106"/>
            <a:ext cx="3812796" cy="2139318"/>
          </a:xfrm>
          <a:custGeom>
            <a:avLst/>
            <a:gdLst>
              <a:gd name="connsiteX0" fmla="*/ 18382 w 4480560"/>
              <a:gd name="connsiteY0" fmla="*/ 0 h 2513993"/>
              <a:gd name="connsiteX1" fmla="*/ 4462178 w 4480560"/>
              <a:gd name="connsiteY1" fmla="*/ 0 h 2513993"/>
              <a:gd name="connsiteX2" fmla="*/ 4468994 w 4480560"/>
              <a:gd name="connsiteY2" fmla="*/ 44657 h 2513993"/>
              <a:gd name="connsiteX3" fmla="*/ 4480560 w 4480560"/>
              <a:gd name="connsiteY3" fmla="*/ 273713 h 2513993"/>
              <a:gd name="connsiteX4" fmla="*/ 2240280 w 4480560"/>
              <a:gd name="connsiteY4" fmla="*/ 2513993 h 2513993"/>
              <a:gd name="connsiteX5" fmla="*/ 0 w 4480560"/>
              <a:gd name="connsiteY5" fmla="*/ 273713 h 2513993"/>
              <a:gd name="connsiteX6" fmla="*/ 11567 w 4480560"/>
              <a:gd name="connsiteY6" fmla="*/ 44657 h 2513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0560" h="2513993">
                <a:moveTo>
                  <a:pt x="18382" y="0"/>
                </a:moveTo>
                <a:lnTo>
                  <a:pt x="4462178" y="0"/>
                </a:lnTo>
                <a:lnTo>
                  <a:pt x="4468994" y="44657"/>
                </a:lnTo>
                <a:cubicBezTo>
                  <a:pt x="4476642" y="119969"/>
                  <a:pt x="4480560" y="196384"/>
                  <a:pt x="4480560" y="273713"/>
                </a:cubicBezTo>
                <a:cubicBezTo>
                  <a:pt x="4480560" y="1510985"/>
                  <a:pt x="3477552" y="2513993"/>
                  <a:pt x="2240280" y="2513993"/>
                </a:cubicBezTo>
                <a:cubicBezTo>
                  <a:pt x="1003008" y="2513993"/>
                  <a:pt x="0" y="1510985"/>
                  <a:pt x="0" y="273713"/>
                </a:cubicBezTo>
                <a:cubicBezTo>
                  <a:pt x="0" y="196384"/>
                  <a:pt x="3918" y="119969"/>
                  <a:pt x="11567" y="4465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7311653-CA1C-4366-AF7B-2E9767F1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2533" y="-6105"/>
            <a:ext cx="3532672" cy="1999256"/>
          </a:xfrm>
          <a:custGeom>
            <a:avLst/>
            <a:gdLst>
              <a:gd name="connsiteX0" fmla="*/ 20101 w 4151376"/>
              <a:gd name="connsiteY0" fmla="*/ 0 h 2349401"/>
              <a:gd name="connsiteX1" fmla="*/ 4131276 w 4151376"/>
              <a:gd name="connsiteY1" fmla="*/ 0 h 2349401"/>
              <a:gd name="connsiteX2" fmla="*/ 4140659 w 4151376"/>
              <a:gd name="connsiteY2" fmla="*/ 61486 h 2349401"/>
              <a:gd name="connsiteX3" fmla="*/ 4151376 w 4151376"/>
              <a:gd name="connsiteY3" fmla="*/ 273713 h 2349401"/>
              <a:gd name="connsiteX4" fmla="*/ 2075688 w 4151376"/>
              <a:gd name="connsiteY4" fmla="*/ 2349401 h 2349401"/>
              <a:gd name="connsiteX5" fmla="*/ 0 w 4151376"/>
              <a:gd name="connsiteY5" fmla="*/ 273713 h 2349401"/>
              <a:gd name="connsiteX6" fmla="*/ 10717 w 4151376"/>
              <a:gd name="connsiteY6" fmla="*/ 61486 h 234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1376" h="2349401">
                <a:moveTo>
                  <a:pt x="20101" y="0"/>
                </a:moveTo>
                <a:lnTo>
                  <a:pt x="4131276" y="0"/>
                </a:lnTo>
                <a:lnTo>
                  <a:pt x="4140659" y="61486"/>
                </a:lnTo>
                <a:cubicBezTo>
                  <a:pt x="4147746" y="131265"/>
                  <a:pt x="4151376" y="202065"/>
                  <a:pt x="4151376" y="273713"/>
                </a:cubicBezTo>
                <a:cubicBezTo>
                  <a:pt x="4151376" y="1420084"/>
                  <a:pt x="3222059" y="2349401"/>
                  <a:pt x="2075688" y="2349401"/>
                </a:cubicBezTo>
                <a:cubicBezTo>
                  <a:pt x="929317" y="2349401"/>
                  <a:pt x="0" y="1420084"/>
                  <a:pt x="0" y="273713"/>
                </a:cubicBezTo>
                <a:cubicBezTo>
                  <a:pt x="0" y="202065"/>
                  <a:pt x="3630" y="131265"/>
                  <a:pt x="10717" y="6148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00548" y="3005508"/>
            <a:ext cx="5588844" cy="1170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prstClr val="white"/>
                </a:solidFill>
                <a:latin typeface="Calibri"/>
              </a:rPr>
              <a:t>Result: To check result , </a:t>
            </a:r>
            <a:r>
              <a:rPr lang="en-US" sz="1350" dirty="0" err="1">
                <a:solidFill>
                  <a:prstClr val="white"/>
                </a:solidFill>
                <a:latin typeface="Calibri"/>
              </a:rPr>
              <a:t>Wazuh</a:t>
            </a:r>
            <a:r>
              <a:rPr lang="en-US" sz="1350" dirty="0">
                <a:solidFill>
                  <a:prstClr val="white"/>
                </a:solidFill>
                <a:latin typeface="Calibri"/>
              </a:rPr>
              <a:t> &gt; file integrity monitoring &gt; Events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6A8E1B4-B839-4C58-B08A-F0B094580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747" y="3393309"/>
            <a:ext cx="4358254" cy="3464690"/>
          </a:xfrm>
          <a:custGeom>
            <a:avLst/>
            <a:gdLst>
              <a:gd name="connsiteX0" fmla="*/ 2748962 w 4966870"/>
              <a:gd name="connsiteY0" fmla="*/ 0 h 3948522"/>
              <a:gd name="connsiteX1" fmla="*/ 4870195 w 4966870"/>
              <a:gd name="connsiteY1" fmla="*/ 1000367 h 3948522"/>
              <a:gd name="connsiteX2" fmla="*/ 4966870 w 4966870"/>
              <a:gd name="connsiteY2" fmla="*/ 1129649 h 3948522"/>
              <a:gd name="connsiteX3" fmla="*/ 4966870 w 4966870"/>
              <a:gd name="connsiteY3" fmla="*/ 3948522 h 3948522"/>
              <a:gd name="connsiteX4" fmla="*/ 278430 w 4966870"/>
              <a:gd name="connsiteY4" fmla="*/ 3948522 h 3948522"/>
              <a:gd name="connsiteX5" fmla="*/ 216027 w 4966870"/>
              <a:gd name="connsiteY5" fmla="*/ 3818982 h 3948522"/>
              <a:gd name="connsiteX6" fmla="*/ 0 w 4966870"/>
              <a:gd name="connsiteY6" fmla="*/ 2748962 h 3948522"/>
              <a:gd name="connsiteX7" fmla="*/ 2748962 w 4966870"/>
              <a:gd name="connsiteY7" fmla="*/ 0 h 3948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66870" h="3948522">
                <a:moveTo>
                  <a:pt x="2748962" y="0"/>
                </a:moveTo>
                <a:cubicBezTo>
                  <a:pt x="3602955" y="0"/>
                  <a:pt x="4365995" y="389418"/>
                  <a:pt x="4870195" y="1000367"/>
                </a:cubicBezTo>
                <a:lnTo>
                  <a:pt x="4966870" y="1129649"/>
                </a:lnTo>
                <a:lnTo>
                  <a:pt x="4966870" y="3948522"/>
                </a:lnTo>
                <a:lnTo>
                  <a:pt x="278430" y="3948522"/>
                </a:lnTo>
                <a:lnTo>
                  <a:pt x="216027" y="3818982"/>
                </a:lnTo>
                <a:cubicBezTo>
                  <a:pt x="76922" y="3490101"/>
                  <a:pt x="0" y="3128515"/>
                  <a:pt x="0" y="2748962"/>
                </a:cubicBezTo>
                <a:cubicBezTo>
                  <a:pt x="0" y="1230752"/>
                  <a:pt x="1230752" y="0"/>
                  <a:pt x="2748962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CABF795-F18F-494E-BBDE-C1415B786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214" y="3538778"/>
            <a:ext cx="4212786" cy="3319223"/>
          </a:xfrm>
          <a:custGeom>
            <a:avLst/>
            <a:gdLst>
              <a:gd name="connsiteX0" fmla="*/ 2583180 w 4801088"/>
              <a:gd name="connsiteY0" fmla="*/ 0 h 3782741"/>
              <a:gd name="connsiteX1" fmla="*/ 4725194 w 4801088"/>
              <a:gd name="connsiteY1" fmla="*/ 1138900 h 3782741"/>
              <a:gd name="connsiteX2" fmla="*/ 4801088 w 4801088"/>
              <a:gd name="connsiteY2" fmla="*/ 1263826 h 3782741"/>
              <a:gd name="connsiteX3" fmla="*/ 4801088 w 4801088"/>
              <a:gd name="connsiteY3" fmla="*/ 3782741 h 3782741"/>
              <a:gd name="connsiteX4" fmla="*/ 296488 w 4801088"/>
              <a:gd name="connsiteY4" fmla="*/ 3782741 h 3782741"/>
              <a:gd name="connsiteX5" fmla="*/ 202999 w 4801088"/>
              <a:gd name="connsiteY5" fmla="*/ 3588671 h 3782741"/>
              <a:gd name="connsiteX6" fmla="*/ 0 w 4801088"/>
              <a:gd name="connsiteY6" fmla="*/ 2583180 h 3782741"/>
              <a:gd name="connsiteX7" fmla="*/ 2583180 w 4801088"/>
              <a:gd name="connsiteY7" fmla="*/ 0 h 3782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01088" h="3782741">
                <a:moveTo>
                  <a:pt x="2583180" y="0"/>
                </a:moveTo>
                <a:cubicBezTo>
                  <a:pt x="3474837" y="0"/>
                  <a:pt x="4260977" y="451769"/>
                  <a:pt x="4725194" y="1138900"/>
                </a:cubicBezTo>
                <a:lnTo>
                  <a:pt x="4801088" y="1263826"/>
                </a:lnTo>
                <a:lnTo>
                  <a:pt x="4801088" y="3782741"/>
                </a:lnTo>
                <a:lnTo>
                  <a:pt x="296488" y="3782741"/>
                </a:lnTo>
                <a:lnTo>
                  <a:pt x="202999" y="3588671"/>
                </a:lnTo>
                <a:cubicBezTo>
                  <a:pt x="72283" y="3279623"/>
                  <a:pt x="0" y="2939843"/>
                  <a:pt x="0" y="2583180"/>
                </a:cubicBezTo>
                <a:cubicBezTo>
                  <a:pt x="0" y="1156529"/>
                  <a:pt x="1156529" y="0"/>
                  <a:pt x="2583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A1F09-A1D2-4118-B716-5B489917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4724790"/>
            <a:ext cx="9144000" cy="18429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55922C-DDD4-4EAE-A63C-AA6C7C22C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728" y="41636"/>
            <a:ext cx="7572088" cy="18013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8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7604" y="508839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457200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4060" y="1243013"/>
            <a:ext cx="289179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>
                <a:solidFill>
                  <a:schemeClr val="tx2"/>
                </a:solidFill>
              </a:rPr>
              <a:t>Integrity checksum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53150" y="804672"/>
            <a:ext cx="3915918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Activity: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   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sudo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sh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 -c 'echo "# SOC-LAB" &gt;&gt; /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etc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/hosts'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Timestamp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Oct 1, 2026 @ 20:51:37.328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1F497D"/>
                </a:solidFill>
                <a:latin typeface="Calibri"/>
              </a:rPr>
              <a:t>Wazuh</a:t>
            </a:r>
            <a:r>
              <a:rPr lang="en-US" sz="1600" b="1" dirty="0">
                <a:solidFill>
                  <a:srgbClr val="1F497D"/>
                </a:solidFill>
                <a:latin typeface="Calibri"/>
              </a:rPr>
              <a:t> Rule ID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  550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1F497D"/>
                </a:solidFill>
                <a:latin typeface="Calibri"/>
              </a:rPr>
              <a:t>Wazuh</a:t>
            </a:r>
            <a:r>
              <a:rPr lang="en-US" sz="1600" b="1" dirty="0">
                <a:solidFill>
                  <a:srgbClr val="1F497D"/>
                </a:solidFill>
                <a:latin typeface="Calibri"/>
              </a:rPr>
              <a:t> rule description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 Integrity checksum changed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Severity 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7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Agent: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  Ubuntu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User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Ubuntu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Command/Event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system integrity changed  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i.e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 /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etc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/hosts modified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MITRE ATT&amp;CK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:  T1565.001 Stored Data Manipulation</a:t>
            </a:r>
          </a:p>
          <a:p>
            <a:pPr indent="-2286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F497D"/>
                </a:solidFill>
                <a:latin typeface="Calibri"/>
              </a:rPr>
              <a:t>Finding :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 The /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etc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/hosts system configuration file was modified, resulting in an integrity checksum change detected by </a:t>
            </a:r>
            <a:r>
              <a:rPr lang="en-US" sz="1600" dirty="0" err="1">
                <a:solidFill>
                  <a:srgbClr val="1F497D"/>
                </a:solidFill>
                <a:latin typeface="Calibri"/>
              </a:rPr>
              <a:t>Wazuh</a:t>
            </a:r>
            <a:r>
              <a:rPr lang="en-US" sz="1600" dirty="0">
                <a:solidFill>
                  <a:srgbClr val="1F497D"/>
                </a:solidFill>
                <a:latin typeface="Calibri"/>
              </a:rPr>
              <a:t>. Such unauthorized modification of system data could be used to alter system behavior or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474</Words>
  <Application>Microsoft Office PowerPoint</Application>
  <PresentationFormat>Widescreen</PresentationFormat>
  <Paragraphs>44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1_Office Theme</vt:lpstr>
      <vt:lpstr>SOC Alert and Investigation with Wazuh</vt:lpstr>
      <vt:lpstr>Task : Run 3 attacks</vt:lpstr>
      <vt:lpstr>First Attack: Create a new user</vt:lpstr>
      <vt:lpstr>New user added to the system</vt:lpstr>
      <vt:lpstr>Second Attack: sudo id </vt:lpstr>
      <vt:lpstr>PAM: login session opened</vt:lpstr>
      <vt:lpstr>Third Attack: sudo sh -c 'echo "# SOC-LAB" &gt;&gt; /etc/hosts' </vt:lpstr>
      <vt:lpstr>Integrity checksum changed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funsho igbasan</dc:creator>
  <cp:lastModifiedBy>funsho igbasan</cp:lastModifiedBy>
  <cp:revision>1</cp:revision>
  <dcterms:created xsi:type="dcterms:W3CDTF">2026-10-11T22:58:11Z</dcterms:created>
  <dcterms:modified xsi:type="dcterms:W3CDTF">2026-10-11T23:04:02Z</dcterms:modified>
</cp:coreProperties>
</file>